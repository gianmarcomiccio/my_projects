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5" r:id="rId8"/>
    <p:sldId id="261" r:id="rId9"/>
    <p:sldId id="266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DD3D65-C789-4286-BC8E-422352F869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5D95D0DC-3B29-4E9D-89D8-36CFBD6D858A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Make it interesting</a:t>
          </a:r>
          <a:endParaRPr lang="en-US"/>
        </a:p>
      </dgm:t>
    </dgm:pt>
    <dgm:pt modelId="{C6DC08A7-354E-4162-B021-1F8A2E73B660}" type="parTrans" cxnId="{1C61E392-F218-4164-A9F9-8A2627A35E5D}">
      <dgm:prSet/>
      <dgm:spPr/>
      <dgm:t>
        <a:bodyPr/>
        <a:lstStyle/>
        <a:p>
          <a:endParaRPr lang="en-US"/>
        </a:p>
      </dgm:t>
    </dgm:pt>
    <dgm:pt modelId="{E1E6F51F-88F2-451B-8D75-5EB6D67A6A5A}" type="sibTrans" cxnId="{1C61E392-F218-4164-A9F9-8A2627A35E5D}">
      <dgm:prSet/>
      <dgm:spPr/>
      <dgm:t>
        <a:bodyPr/>
        <a:lstStyle/>
        <a:p>
          <a:endParaRPr lang="en-US"/>
        </a:p>
      </dgm:t>
    </dgm:pt>
    <dgm:pt modelId="{3B9AE26B-BA97-4811-9708-70482389414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introduce a stake, a reason for them to care about it </a:t>
          </a:r>
          <a:endParaRPr lang="en-US"/>
        </a:p>
      </dgm:t>
    </dgm:pt>
    <dgm:pt modelId="{9537CF63-84A2-482A-BC47-D2CB3E672AFC}" type="parTrans" cxnId="{AF3C8D38-79B8-4564-8533-125E251AB2AF}">
      <dgm:prSet/>
      <dgm:spPr/>
      <dgm:t>
        <a:bodyPr/>
        <a:lstStyle/>
        <a:p>
          <a:endParaRPr lang="en-US"/>
        </a:p>
      </dgm:t>
    </dgm:pt>
    <dgm:pt modelId="{2E42985B-6D30-4F8A-9E1D-99C101E44F47}" type="sibTrans" cxnId="{AF3C8D38-79B8-4564-8533-125E251AB2AF}">
      <dgm:prSet/>
      <dgm:spPr/>
      <dgm:t>
        <a:bodyPr/>
        <a:lstStyle/>
        <a:p>
          <a:endParaRPr lang="en-US"/>
        </a:p>
      </dgm:t>
    </dgm:pt>
    <dgm:pt modelId="{FD925C04-0A95-43DD-AC5D-6A67A372728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/>
            <a:t>Discuss</a:t>
          </a:r>
          <a:r>
            <a:rPr lang="it-IT" dirty="0"/>
            <a:t> and </a:t>
          </a:r>
          <a:r>
            <a:rPr lang="it-IT" dirty="0" err="1"/>
            <a:t>predict</a:t>
          </a:r>
          <a:r>
            <a:rPr lang="it-IT" dirty="0"/>
            <a:t> </a:t>
          </a:r>
          <a:r>
            <a:rPr lang="it-IT" dirty="0" err="1"/>
            <a:t>before</a:t>
          </a:r>
          <a:r>
            <a:rPr lang="it-IT" dirty="0"/>
            <a:t> </a:t>
          </a:r>
          <a:r>
            <a:rPr lang="it-IT" dirty="0" err="1"/>
            <a:t>experiment</a:t>
          </a:r>
          <a:endParaRPr lang="en-US" dirty="0"/>
        </a:p>
      </dgm:t>
    </dgm:pt>
    <dgm:pt modelId="{7FDAD42C-BAA7-4C6E-BCE8-DF98ED897B8B}" type="parTrans" cxnId="{65A2777F-5727-4DEE-8C2D-CFA4A5D9C7A5}">
      <dgm:prSet/>
      <dgm:spPr/>
      <dgm:t>
        <a:bodyPr/>
        <a:lstStyle/>
        <a:p>
          <a:endParaRPr lang="en-US"/>
        </a:p>
      </dgm:t>
    </dgm:pt>
    <dgm:pt modelId="{0BEDCBF3-C353-49A4-A5E1-5619B8A0BCBE}" type="sibTrans" cxnId="{65A2777F-5727-4DEE-8C2D-CFA4A5D9C7A5}">
      <dgm:prSet/>
      <dgm:spPr/>
      <dgm:t>
        <a:bodyPr/>
        <a:lstStyle/>
        <a:p>
          <a:endParaRPr lang="en-US"/>
        </a:p>
      </dgm:t>
    </dgm:pt>
    <dgm:pt modelId="{7028C912-205D-40AC-B68F-582BA313874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come up with ideas collectively </a:t>
          </a:r>
          <a:endParaRPr lang="en-US"/>
        </a:p>
      </dgm:t>
    </dgm:pt>
    <dgm:pt modelId="{9B40E778-BF1A-4B62-8676-AF8E630ACC3C}" type="parTrans" cxnId="{22AA180D-4279-4A63-B879-A2629247B223}">
      <dgm:prSet/>
      <dgm:spPr/>
      <dgm:t>
        <a:bodyPr/>
        <a:lstStyle/>
        <a:p>
          <a:endParaRPr lang="en-US"/>
        </a:p>
      </dgm:t>
    </dgm:pt>
    <dgm:pt modelId="{7D1964F4-182D-4003-89B6-ADD99ADEE6AC}" type="sibTrans" cxnId="{22AA180D-4279-4A63-B879-A2629247B223}">
      <dgm:prSet/>
      <dgm:spPr/>
      <dgm:t>
        <a:bodyPr/>
        <a:lstStyle/>
        <a:p>
          <a:endParaRPr lang="en-US"/>
        </a:p>
      </dgm:t>
    </dgm:pt>
    <dgm:pt modelId="{A939DA3A-C5B8-4ADD-9281-6D4D37E5B1D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ask: what do we expect? how do you think it will play out</a:t>
          </a:r>
          <a:endParaRPr lang="en-US"/>
        </a:p>
      </dgm:t>
    </dgm:pt>
    <dgm:pt modelId="{4B9E026B-AB68-4909-864E-B576CDDFEB74}" type="parTrans" cxnId="{A3922E59-140F-4069-A26A-7630C44D59BB}">
      <dgm:prSet/>
      <dgm:spPr/>
      <dgm:t>
        <a:bodyPr/>
        <a:lstStyle/>
        <a:p>
          <a:endParaRPr lang="en-US"/>
        </a:p>
      </dgm:t>
    </dgm:pt>
    <dgm:pt modelId="{56D9B1C7-D07E-4114-A816-F59246645192}" type="sibTrans" cxnId="{A3922E59-140F-4069-A26A-7630C44D59BB}">
      <dgm:prSet/>
      <dgm:spPr/>
      <dgm:t>
        <a:bodyPr/>
        <a:lstStyle/>
        <a:p>
          <a:endParaRPr lang="en-US"/>
        </a:p>
      </dgm:t>
    </dgm:pt>
    <dgm:pt modelId="{AAA939FC-5A43-413B-8092-FA705874F98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 err="1"/>
            <a:t>Gamefy</a:t>
          </a:r>
          <a:endParaRPr lang="en-US" dirty="0"/>
        </a:p>
      </dgm:t>
    </dgm:pt>
    <dgm:pt modelId="{C8C43B45-3A66-4A33-B37F-D58722A98F38}" type="parTrans" cxnId="{3B90378D-ADBC-49BE-9B3B-B7FD74102B89}">
      <dgm:prSet/>
      <dgm:spPr/>
      <dgm:t>
        <a:bodyPr/>
        <a:lstStyle/>
        <a:p>
          <a:endParaRPr lang="en-US"/>
        </a:p>
      </dgm:t>
    </dgm:pt>
    <dgm:pt modelId="{3642F114-453C-44A8-AD95-4767149CC01D}" type="sibTrans" cxnId="{3B90378D-ADBC-49BE-9B3B-B7FD74102B89}">
      <dgm:prSet/>
      <dgm:spPr/>
      <dgm:t>
        <a:bodyPr/>
        <a:lstStyle/>
        <a:p>
          <a:endParaRPr lang="en-US"/>
        </a:p>
      </dgm:t>
    </dgm:pt>
    <dgm:pt modelId="{A9C8D890-1951-4696-8127-AC2A2BD6B35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emphasis on collaboration</a:t>
          </a:r>
          <a:endParaRPr lang="en-US"/>
        </a:p>
      </dgm:t>
    </dgm:pt>
    <dgm:pt modelId="{7C4DAF5B-89DB-4C70-A6AD-BB3873EEEC9F}" type="parTrans" cxnId="{5CDDEA91-B839-4916-9FBE-4C64B7FFA2F0}">
      <dgm:prSet/>
      <dgm:spPr/>
      <dgm:t>
        <a:bodyPr/>
        <a:lstStyle/>
        <a:p>
          <a:endParaRPr lang="en-US"/>
        </a:p>
      </dgm:t>
    </dgm:pt>
    <dgm:pt modelId="{22882C9D-2AF4-47A1-A829-1BFB3C5F8439}" type="sibTrans" cxnId="{5CDDEA91-B839-4916-9FBE-4C64B7FFA2F0}">
      <dgm:prSet/>
      <dgm:spPr/>
      <dgm:t>
        <a:bodyPr/>
        <a:lstStyle/>
        <a:p>
          <a:endParaRPr lang="en-US"/>
        </a:p>
      </dgm:t>
    </dgm:pt>
    <dgm:pt modelId="{AE0AEEAB-9526-48F8-8C71-E369B354031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make the task </a:t>
          </a:r>
          <a:r>
            <a:rPr lang="it-IT" dirty="0" err="1"/>
            <a:t>entertaining</a:t>
          </a:r>
          <a:r>
            <a:rPr lang="it-IT" dirty="0"/>
            <a:t> </a:t>
          </a:r>
          <a:endParaRPr lang="en-US" dirty="0"/>
        </a:p>
      </dgm:t>
    </dgm:pt>
    <dgm:pt modelId="{78199B8D-22AD-4A7F-B61F-F5E1095DF641}" type="parTrans" cxnId="{5391420C-80C5-423A-AA3B-EB3FC0776805}">
      <dgm:prSet/>
      <dgm:spPr/>
      <dgm:t>
        <a:bodyPr/>
        <a:lstStyle/>
        <a:p>
          <a:endParaRPr lang="en-US"/>
        </a:p>
      </dgm:t>
    </dgm:pt>
    <dgm:pt modelId="{EDD18B6B-5A6A-4FC7-AA2D-19AEF88ADCE4}" type="sibTrans" cxnId="{5391420C-80C5-423A-AA3B-EB3FC0776805}">
      <dgm:prSet/>
      <dgm:spPr/>
      <dgm:t>
        <a:bodyPr/>
        <a:lstStyle/>
        <a:p>
          <a:endParaRPr lang="en-US"/>
        </a:p>
      </dgm:t>
    </dgm:pt>
    <dgm:pt modelId="{5070E329-B4E8-4C57-B488-3551CF7FA9C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Diverse </a:t>
          </a:r>
          <a:r>
            <a:rPr lang="it-IT" dirty="0" err="1"/>
            <a:t>explanation</a:t>
          </a:r>
          <a:endParaRPr lang="en-US" dirty="0"/>
        </a:p>
      </dgm:t>
    </dgm:pt>
    <dgm:pt modelId="{4AD71D61-D7A8-4544-B10F-0A1765250B23}" type="parTrans" cxnId="{C185CA42-6202-4CA1-86B6-217CA3FB114A}">
      <dgm:prSet/>
      <dgm:spPr/>
      <dgm:t>
        <a:bodyPr/>
        <a:lstStyle/>
        <a:p>
          <a:endParaRPr lang="en-US"/>
        </a:p>
      </dgm:t>
    </dgm:pt>
    <dgm:pt modelId="{ECE0B0ED-E973-4EC3-A5A7-128A38EF6627}" type="sibTrans" cxnId="{C185CA42-6202-4CA1-86B6-217CA3FB114A}">
      <dgm:prSet/>
      <dgm:spPr/>
      <dgm:t>
        <a:bodyPr/>
        <a:lstStyle/>
        <a:p>
          <a:endParaRPr lang="en-US"/>
        </a:p>
      </dgm:t>
    </dgm:pt>
    <dgm:pt modelId="{B9689C44-E98E-4F31-9A00-F6A86B274E9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introduce the concept from multiple angles</a:t>
          </a:r>
          <a:endParaRPr lang="en-US"/>
        </a:p>
      </dgm:t>
    </dgm:pt>
    <dgm:pt modelId="{4C75D902-3593-4E69-970B-7E92BEDF593F}" type="parTrans" cxnId="{E3DD0DEC-0DEE-4DEC-84E2-3B7A740C83B8}">
      <dgm:prSet/>
      <dgm:spPr/>
      <dgm:t>
        <a:bodyPr/>
        <a:lstStyle/>
        <a:p>
          <a:endParaRPr lang="en-US"/>
        </a:p>
      </dgm:t>
    </dgm:pt>
    <dgm:pt modelId="{B4E04B3A-2505-4882-BC84-68AD1DDC5BC7}" type="sibTrans" cxnId="{E3DD0DEC-0DEE-4DEC-84E2-3B7A740C83B8}">
      <dgm:prSet/>
      <dgm:spPr/>
      <dgm:t>
        <a:bodyPr/>
        <a:lstStyle/>
        <a:p>
          <a:endParaRPr lang="en-US"/>
        </a:p>
      </dgm:t>
    </dgm:pt>
    <dgm:pt modelId="{5056AE13-E29C-4CF7-9C12-B9B6D009B78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Build upon concepts</a:t>
          </a:r>
          <a:endParaRPr lang="en-US"/>
        </a:p>
      </dgm:t>
    </dgm:pt>
    <dgm:pt modelId="{02E1AF76-ED11-4CFF-9061-DDEC6002A82D}" type="parTrans" cxnId="{F9C26A15-370C-4F80-8F4C-BC57664C9348}">
      <dgm:prSet/>
      <dgm:spPr/>
      <dgm:t>
        <a:bodyPr/>
        <a:lstStyle/>
        <a:p>
          <a:endParaRPr lang="en-US"/>
        </a:p>
      </dgm:t>
    </dgm:pt>
    <dgm:pt modelId="{4649FB9D-3AD0-4BA6-9FD6-7E9927124AB8}" type="sibTrans" cxnId="{F9C26A15-370C-4F80-8F4C-BC57664C9348}">
      <dgm:prSet/>
      <dgm:spPr/>
      <dgm:t>
        <a:bodyPr/>
        <a:lstStyle/>
        <a:p>
          <a:endParaRPr lang="en-US"/>
        </a:p>
      </dgm:t>
    </dgm:pt>
    <dgm:pt modelId="{336CDD12-81E7-48C3-81E1-36313264B1E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start with easy, end with </a:t>
          </a:r>
          <a:r>
            <a:rPr lang="it-IT" dirty="0" err="1"/>
            <a:t>difficult</a:t>
          </a:r>
          <a:r>
            <a:rPr lang="it-IT" dirty="0"/>
            <a:t> </a:t>
          </a:r>
          <a:endParaRPr lang="en-US" dirty="0"/>
        </a:p>
      </dgm:t>
    </dgm:pt>
    <dgm:pt modelId="{86044246-AB53-4483-8E0F-DDBDF22BCEE5}" type="parTrans" cxnId="{5FFAA282-AADA-42B3-A3B8-D76477EB9CFD}">
      <dgm:prSet/>
      <dgm:spPr/>
      <dgm:t>
        <a:bodyPr/>
        <a:lstStyle/>
        <a:p>
          <a:endParaRPr lang="en-US"/>
        </a:p>
      </dgm:t>
    </dgm:pt>
    <dgm:pt modelId="{D9091B98-E993-4CE6-A726-9E050DB4DB5B}" type="sibTrans" cxnId="{5FFAA282-AADA-42B3-A3B8-D76477EB9CFD}">
      <dgm:prSet/>
      <dgm:spPr/>
      <dgm:t>
        <a:bodyPr/>
        <a:lstStyle/>
        <a:p>
          <a:endParaRPr lang="en-US"/>
        </a:p>
      </dgm:t>
    </dgm:pt>
    <dgm:pt modelId="{C59D5620-720A-44D5-BD51-D9613772950F}" type="pres">
      <dgm:prSet presAssocID="{F2DD3D65-C789-4286-BC8E-422352F86974}" presName="root" presStyleCnt="0">
        <dgm:presLayoutVars>
          <dgm:dir/>
          <dgm:resizeHandles val="exact"/>
        </dgm:presLayoutVars>
      </dgm:prSet>
      <dgm:spPr/>
    </dgm:pt>
    <dgm:pt modelId="{EDD0623D-2289-4256-93B6-D628F2DAC717}" type="pres">
      <dgm:prSet presAssocID="{5D95D0DC-3B29-4E9D-89D8-36CFBD6D858A}" presName="compNode" presStyleCnt="0"/>
      <dgm:spPr/>
    </dgm:pt>
    <dgm:pt modelId="{5C17F23A-815B-4189-95D7-D264F48DA0D7}" type="pres">
      <dgm:prSet presAssocID="{5D95D0DC-3B29-4E9D-89D8-36CFBD6D858A}" presName="bgRect" presStyleLbl="bgShp" presStyleIdx="0" presStyleCnt="5"/>
      <dgm:spPr/>
    </dgm:pt>
    <dgm:pt modelId="{CB56A361-94F4-4516-80CE-95BD6280619D}" type="pres">
      <dgm:prSet presAssocID="{5D95D0DC-3B29-4E9D-89D8-36CFBD6D858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EA49246-5CA0-4721-A79C-005E0EC1607F}" type="pres">
      <dgm:prSet presAssocID="{5D95D0DC-3B29-4E9D-89D8-36CFBD6D858A}" presName="spaceRect" presStyleCnt="0"/>
      <dgm:spPr/>
    </dgm:pt>
    <dgm:pt modelId="{366627D4-B00F-4A10-AC41-EA38C4AB95D4}" type="pres">
      <dgm:prSet presAssocID="{5D95D0DC-3B29-4E9D-89D8-36CFBD6D858A}" presName="parTx" presStyleLbl="revTx" presStyleIdx="0" presStyleCnt="10">
        <dgm:presLayoutVars>
          <dgm:chMax val="0"/>
          <dgm:chPref val="0"/>
        </dgm:presLayoutVars>
      </dgm:prSet>
      <dgm:spPr/>
    </dgm:pt>
    <dgm:pt modelId="{51800BEA-4B6F-40BE-B39C-8B2B20F2C34F}" type="pres">
      <dgm:prSet presAssocID="{5D95D0DC-3B29-4E9D-89D8-36CFBD6D858A}" presName="desTx" presStyleLbl="revTx" presStyleIdx="1" presStyleCnt="10">
        <dgm:presLayoutVars/>
      </dgm:prSet>
      <dgm:spPr/>
    </dgm:pt>
    <dgm:pt modelId="{959923CA-8871-462C-8A0C-CD0F22800DE0}" type="pres">
      <dgm:prSet presAssocID="{E1E6F51F-88F2-451B-8D75-5EB6D67A6A5A}" presName="sibTrans" presStyleCnt="0"/>
      <dgm:spPr/>
    </dgm:pt>
    <dgm:pt modelId="{C35E3D71-447E-4252-AAD5-AB222D8F7D6F}" type="pres">
      <dgm:prSet presAssocID="{FD925C04-0A95-43DD-AC5D-6A67A3727286}" presName="compNode" presStyleCnt="0"/>
      <dgm:spPr/>
    </dgm:pt>
    <dgm:pt modelId="{3917F938-FEAB-467E-BF0C-42766661A09E}" type="pres">
      <dgm:prSet presAssocID="{FD925C04-0A95-43DD-AC5D-6A67A3727286}" presName="bgRect" presStyleLbl="bgShp" presStyleIdx="1" presStyleCnt="5"/>
      <dgm:spPr/>
    </dgm:pt>
    <dgm:pt modelId="{4294C337-D906-4DCD-9B6F-4E00BA37C7BC}" type="pres">
      <dgm:prSet presAssocID="{FD925C04-0A95-43DD-AC5D-6A67A372728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storming di gruppo con riempimento a tinta unita"/>
        </a:ext>
      </dgm:extLst>
    </dgm:pt>
    <dgm:pt modelId="{C8816E4E-1CFF-4ADF-8844-1F96F13579C0}" type="pres">
      <dgm:prSet presAssocID="{FD925C04-0A95-43DD-AC5D-6A67A3727286}" presName="spaceRect" presStyleCnt="0"/>
      <dgm:spPr/>
    </dgm:pt>
    <dgm:pt modelId="{7854D980-227B-4519-90C3-4DB316AEDBDB}" type="pres">
      <dgm:prSet presAssocID="{FD925C04-0A95-43DD-AC5D-6A67A3727286}" presName="parTx" presStyleLbl="revTx" presStyleIdx="2" presStyleCnt="10">
        <dgm:presLayoutVars>
          <dgm:chMax val="0"/>
          <dgm:chPref val="0"/>
        </dgm:presLayoutVars>
      </dgm:prSet>
      <dgm:spPr/>
    </dgm:pt>
    <dgm:pt modelId="{8E99B616-67E8-46E7-89FD-89AE21EA9BC5}" type="pres">
      <dgm:prSet presAssocID="{FD925C04-0A95-43DD-AC5D-6A67A3727286}" presName="desTx" presStyleLbl="revTx" presStyleIdx="3" presStyleCnt="10">
        <dgm:presLayoutVars/>
      </dgm:prSet>
      <dgm:spPr/>
    </dgm:pt>
    <dgm:pt modelId="{2D7650C2-E55B-437E-8E46-A62BDE78576F}" type="pres">
      <dgm:prSet presAssocID="{0BEDCBF3-C353-49A4-A5E1-5619B8A0BCBE}" presName="sibTrans" presStyleCnt="0"/>
      <dgm:spPr/>
    </dgm:pt>
    <dgm:pt modelId="{A2CDA889-A655-4BAE-A8E4-682C8E3A1C8C}" type="pres">
      <dgm:prSet presAssocID="{AAA939FC-5A43-413B-8092-FA705874F986}" presName="compNode" presStyleCnt="0"/>
      <dgm:spPr/>
    </dgm:pt>
    <dgm:pt modelId="{4F5906A7-B5E3-4ED8-9AE2-B56BAB062A55}" type="pres">
      <dgm:prSet presAssocID="{AAA939FC-5A43-413B-8092-FA705874F986}" presName="bgRect" presStyleLbl="bgShp" presStyleIdx="2" presStyleCnt="5"/>
      <dgm:spPr/>
    </dgm:pt>
    <dgm:pt modelId="{35462BC0-E3D6-455B-A1DF-768C9A875CE5}" type="pres">
      <dgm:prSet presAssocID="{AAA939FC-5A43-413B-8092-FA705874F9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iferica di gioco con riempimento a tinta unita"/>
        </a:ext>
      </dgm:extLst>
    </dgm:pt>
    <dgm:pt modelId="{B6AC9852-662F-4FD9-8C3E-4FD1B8687D4B}" type="pres">
      <dgm:prSet presAssocID="{AAA939FC-5A43-413B-8092-FA705874F986}" presName="spaceRect" presStyleCnt="0"/>
      <dgm:spPr/>
    </dgm:pt>
    <dgm:pt modelId="{57FFCAE2-13CF-4E0C-A14A-CD59260B86FB}" type="pres">
      <dgm:prSet presAssocID="{AAA939FC-5A43-413B-8092-FA705874F986}" presName="parTx" presStyleLbl="revTx" presStyleIdx="4" presStyleCnt="10">
        <dgm:presLayoutVars>
          <dgm:chMax val="0"/>
          <dgm:chPref val="0"/>
        </dgm:presLayoutVars>
      </dgm:prSet>
      <dgm:spPr/>
    </dgm:pt>
    <dgm:pt modelId="{F6BDBD12-8DE8-41FC-99C5-EE187BCB9A54}" type="pres">
      <dgm:prSet presAssocID="{AAA939FC-5A43-413B-8092-FA705874F986}" presName="desTx" presStyleLbl="revTx" presStyleIdx="5" presStyleCnt="10">
        <dgm:presLayoutVars/>
      </dgm:prSet>
      <dgm:spPr/>
    </dgm:pt>
    <dgm:pt modelId="{E19254F6-13AB-41AD-BDC4-4D1B852CA652}" type="pres">
      <dgm:prSet presAssocID="{3642F114-453C-44A8-AD95-4767149CC01D}" presName="sibTrans" presStyleCnt="0"/>
      <dgm:spPr/>
    </dgm:pt>
    <dgm:pt modelId="{7FABA97F-0DDA-4CDE-9F58-BB7EF2D3E54D}" type="pres">
      <dgm:prSet presAssocID="{5070E329-B4E8-4C57-B488-3551CF7FA9C7}" presName="compNode" presStyleCnt="0"/>
      <dgm:spPr/>
    </dgm:pt>
    <dgm:pt modelId="{9D4BA008-3EA3-424F-A777-FBE5156BF0F4}" type="pres">
      <dgm:prSet presAssocID="{5070E329-B4E8-4C57-B488-3551CF7FA9C7}" presName="bgRect" presStyleLbl="bgShp" presStyleIdx="3" presStyleCnt="5"/>
      <dgm:spPr/>
    </dgm:pt>
    <dgm:pt modelId="{3D2B2F91-EF94-4F74-90B9-E69AD636AD92}" type="pres">
      <dgm:prSet presAssocID="{5070E329-B4E8-4C57-B488-3551CF7FA9C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bblicità con riempimento a tinta unita"/>
        </a:ext>
      </dgm:extLst>
    </dgm:pt>
    <dgm:pt modelId="{2D2BF2E7-DC12-4085-ACA2-C4C4D688EEB8}" type="pres">
      <dgm:prSet presAssocID="{5070E329-B4E8-4C57-B488-3551CF7FA9C7}" presName="spaceRect" presStyleCnt="0"/>
      <dgm:spPr/>
    </dgm:pt>
    <dgm:pt modelId="{2C7B3972-C618-40B1-9A49-3DAAB99B81F3}" type="pres">
      <dgm:prSet presAssocID="{5070E329-B4E8-4C57-B488-3551CF7FA9C7}" presName="parTx" presStyleLbl="revTx" presStyleIdx="6" presStyleCnt="10">
        <dgm:presLayoutVars>
          <dgm:chMax val="0"/>
          <dgm:chPref val="0"/>
        </dgm:presLayoutVars>
      </dgm:prSet>
      <dgm:spPr/>
    </dgm:pt>
    <dgm:pt modelId="{9C6A442C-B9AB-4AB6-9FD3-EC7F6C465B15}" type="pres">
      <dgm:prSet presAssocID="{5070E329-B4E8-4C57-B488-3551CF7FA9C7}" presName="desTx" presStyleLbl="revTx" presStyleIdx="7" presStyleCnt="10">
        <dgm:presLayoutVars/>
      </dgm:prSet>
      <dgm:spPr/>
    </dgm:pt>
    <dgm:pt modelId="{28A94E36-B8CD-4B42-A2FA-F31C77CCCFF2}" type="pres">
      <dgm:prSet presAssocID="{ECE0B0ED-E973-4EC3-A5A7-128A38EF6627}" presName="sibTrans" presStyleCnt="0"/>
      <dgm:spPr/>
    </dgm:pt>
    <dgm:pt modelId="{79571DA1-FA9E-4825-A32A-B19ECE86CFFB}" type="pres">
      <dgm:prSet presAssocID="{5056AE13-E29C-4CF7-9C12-B9B6D009B784}" presName="compNode" presStyleCnt="0"/>
      <dgm:spPr/>
    </dgm:pt>
    <dgm:pt modelId="{9CF8F2F7-A4D7-48A4-98E3-FDD9132E25DE}" type="pres">
      <dgm:prSet presAssocID="{5056AE13-E29C-4CF7-9C12-B9B6D009B784}" presName="bgRect" presStyleLbl="bgShp" presStyleIdx="4" presStyleCnt="5" custLinFactNeighborX="-25" custLinFactNeighborY="-5460"/>
      <dgm:spPr/>
    </dgm:pt>
    <dgm:pt modelId="{1B101331-DE3D-45B6-8236-680F7ACCCF30}" type="pres">
      <dgm:prSet presAssocID="{5056AE13-E29C-4CF7-9C12-B9B6D009B7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umenti"/>
        </a:ext>
      </dgm:extLst>
    </dgm:pt>
    <dgm:pt modelId="{471ADFE2-FD69-41DF-AAC9-F75FEEA9C7A6}" type="pres">
      <dgm:prSet presAssocID="{5056AE13-E29C-4CF7-9C12-B9B6D009B784}" presName="spaceRect" presStyleCnt="0"/>
      <dgm:spPr/>
    </dgm:pt>
    <dgm:pt modelId="{022C1254-42FD-4A5F-99EB-8FB8B2A645D2}" type="pres">
      <dgm:prSet presAssocID="{5056AE13-E29C-4CF7-9C12-B9B6D009B784}" presName="parTx" presStyleLbl="revTx" presStyleIdx="8" presStyleCnt="10">
        <dgm:presLayoutVars>
          <dgm:chMax val="0"/>
          <dgm:chPref val="0"/>
        </dgm:presLayoutVars>
      </dgm:prSet>
      <dgm:spPr/>
    </dgm:pt>
    <dgm:pt modelId="{A2FC4F8F-BB79-492D-B90E-D6C3BEABC8BC}" type="pres">
      <dgm:prSet presAssocID="{5056AE13-E29C-4CF7-9C12-B9B6D009B784}" presName="desTx" presStyleLbl="revTx" presStyleIdx="9" presStyleCnt="10">
        <dgm:presLayoutVars/>
      </dgm:prSet>
      <dgm:spPr/>
    </dgm:pt>
  </dgm:ptLst>
  <dgm:cxnLst>
    <dgm:cxn modelId="{3D35E203-B1C9-4026-87FF-C276794C71BA}" type="presOf" srcId="{A9C8D890-1951-4696-8127-AC2A2BD6B350}" destId="{F6BDBD12-8DE8-41FC-99C5-EE187BCB9A54}" srcOrd="0" destOrd="0" presId="urn:microsoft.com/office/officeart/2018/2/layout/IconVerticalSolidList"/>
    <dgm:cxn modelId="{5391420C-80C5-423A-AA3B-EB3FC0776805}" srcId="{AAA939FC-5A43-413B-8092-FA705874F986}" destId="{AE0AEEAB-9526-48F8-8C71-E369B3540311}" srcOrd="1" destOrd="0" parTransId="{78199B8D-22AD-4A7F-B61F-F5E1095DF641}" sibTransId="{EDD18B6B-5A6A-4FC7-AA2D-19AEF88ADCE4}"/>
    <dgm:cxn modelId="{22AA180D-4279-4A63-B879-A2629247B223}" srcId="{FD925C04-0A95-43DD-AC5D-6A67A3727286}" destId="{7028C912-205D-40AC-B68F-582BA3138743}" srcOrd="0" destOrd="0" parTransId="{9B40E778-BF1A-4B62-8676-AF8E630ACC3C}" sibTransId="{7D1964F4-182D-4003-89B6-ADD99ADEE6AC}"/>
    <dgm:cxn modelId="{B806610D-5E02-4ABD-A938-529BFF06D5B4}" type="presOf" srcId="{A939DA3A-C5B8-4ADD-9281-6D4D37E5B1D0}" destId="{8E99B616-67E8-46E7-89FD-89AE21EA9BC5}" srcOrd="0" destOrd="1" presId="urn:microsoft.com/office/officeart/2018/2/layout/IconVerticalSolidList"/>
    <dgm:cxn modelId="{F9C26A15-370C-4F80-8F4C-BC57664C9348}" srcId="{F2DD3D65-C789-4286-BC8E-422352F86974}" destId="{5056AE13-E29C-4CF7-9C12-B9B6D009B784}" srcOrd="4" destOrd="0" parTransId="{02E1AF76-ED11-4CFF-9061-DDEC6002A82D}" sibTransId="{4649FB9D-3AD0-4BA6-9FD6-7E9927124AB8}"/>
    <dgm:cxn modelId="{11DBA637-187F-4375-BDEE-E0EF0C988687}" type="presOf" srcId="{B9689C44-E98E-4F31-9A00-F6A86B274E9D}" destId="{9C6A442C-B9AB-4AB6-9FD3-EC7F6C465B15}" srcOrd="0" destOrd="0" presId="urn:microsoft.com/office/officeart/2018/2/layout/IconVerticalSolidList"/>
    <dgm:cxn modelId="{AF3C8D38-79B8-4564-8533-125E251AB2AF}" srcId="{5D95D0DC-3B29-4E9D-89D8-36CFBD6D858A}" destId="{3B9AE26B-BA97-4811-9708-70482389414D}" srcOrd="0" destOrd="0" parTransId="{9537CF63-84A2-482A-BC47-D2CB3E672AFC}" sibTransId="{2E42985B-6D30-4F8A-9E1D-99C101E44F47}"/>
    <dgm:cxn modelId="{D6D0BC62-8E1C-479B-BEE6-46303CD7507B}" type="presOf" srcId="{5D95D0DC-3B29-4E9D-89D8-36CFBD6D858A}" destId="{366627D4-B00F-4A10-AC41-EA38C4AB95D4}" srcOrd="0" destOrd="0" presId="urn:microsoft.com/office/officeart/2018/2/layout/IconVerticalSolidList"/>
    <dgm:cxn modelId="{C185CA42-6202-4CA1-86B6-217CA3FB114A}" srcId="{F2DD3D65-C789-4286-BC8E-422352F86974}" destId="{5070E329-B4E8-4C57-B488-3551CF7FA9C7}" srcOrd="3" destOrd="0" parTransId="{4AD71D61-D7A8-4544-B10F-0A1765250B23}" sibTransId="{ECE0B0ED-E973-4EC3-A5A7-128A38EF6627}"/>
    <dgm:cxn modelId="{6BD2DF67-89C0-4F2E-9C3E-F00679175667}" type="presOf" srcId="{AAA939FC-5A43-413B-8092-FA705874F986}" destId="{57FFCAE2-13CF-4E0C-A14A-CD59260B86FB}" srcOrd="0" destOrd="0" presId="urn:microsoft.com/office/officeart/2018/2/layout/IconVerticalSolidList"/>
    <dgm:cxn modelId="{57AD6668-C3B4-4275-814F-A287161ECBFC}" type="presOf" srcId="{AE0AEEAB-9526-48F8-8C71-E369B3540311}" destId="{F6BDBD12-8DE8-41FC-99C5-EE187BCB9A54}" srcOrd="0" destOrd="1" presId="urn:microsoft.com/office/officeart/2018/2/layout/IconVerticalSolidList"/>
    <dgm:cxn modelId="{3466EA52-3BDE-442B-927F-E99E22D12662}" type="presOf" srcId="{5056AE13-E29C-4CF7-9C12-B9B6D009B784}" destId="{022C1254-42FD-4A5F-99EB-8FB8B2A645D2}" srcOrd="0" destOrd="0" presId="urn:microsoft.com/office/officeart/2018/2/layout/IconVerticalSolidList"/>
    <dgm:cxn modelId="{8D94D677-4A6A-4B98-9C4A-F0BD5FA05F2F}" type="presOf" srcId="{F2DD3D65-C789-4286-BC8E-422352F86974}" destId="{C59D5620-720A-44D5-BD51-D9613772950F}" srcOrd="0" destOrd="0" presId="urn:microsoft.com/office/officeart/2018/2/layout/IconVerticalSolidList"/>
    <dgm:cxn modelId="{A3922E59-140F-4069-A26A-7630C44D59BB}" srcId="{FD925C04-0A95-43DD-AC5D-6A67A3727286}" destId="{A939DA3A-C5B8-4ADD-9281-6D4D37E5B1D0}" srcOrd="1" destOrd="0" parTransId="{4B9E026B-AB68-4909-864E-B576CDDFEB74}" sibTransId="{56D9B1C7-D07E-4114-A816-F59246645192}"/>
    <dgm:cxn modelId="{65A2777F-5727-4DEE-8C2D-CFA4A5D9C7A5}" srcId="{F2DD3D65-C789-4286-BC8E-422352F86974}" destId="{FD925C04-0A95-43DD-AC5D-6A67A3727286}" srcOrd="1" destOrd="0" parTransId="{7FDAD42C-BAA7-4C6E-BCE8-DF98ED897B8B}" sibTransId="{0BEDCBF3-C353-49A4-A5E1-5619B8A0BCBE}"/>
    <dgm:cxn modelId="{5FFAA282-AADA-42B3-A3B8-D76477EB9CFD}" srcId="{5056AE13-E29C-4CF7-9C12-B9B6D009B784}" destId="{336CDD12-81E7-48C3-81E1-36313264B1E4}" srcOrd="0" destOrd="0" parTransId="{86044246-AB53-4483-8E0F-DDBDF22BCEE5}" sibTransId="{D9091B98-E993-4CE6-A726-9E050DB4DB5B}"/>
    <dgm:cxn modelId="{3B90378D-ADBC-49BE-9B3B-B7FD74102B89}" srcId="{F2DD3D65-C789-4286-BC8E-422352F86974}" destId="{AAA939FC-5A43-413B-8092-FA705874F986}" srcOrd="2" destOrd="0" parTransId="{C8C43B45-3A66-4A33-B37F-D58722A98F38}" sibTransId="{3642F114-453C-44A8-AD95-4767149CC01D}"/>
    <dgm:cxn modelId="{5CDDEA91-B839-4916-9FBE-4C64B7FFA2F0}" srcId="{AAA939FC-5A43-413B-8092-FA705874F986}" destId="{A9C8D890-1951-4696-8127-AC2A2BD6B350}" srcOrd="0" destOrd="0" parTransId="{7C4DAF5B-89DB-4C70-A6AD-BB3873EEEC9F}" sibTransId="{22882C9D-2AF4-47A1-A829-1BFB3C5F8439}"/>
    <dgm:cxn modelId="{1C61E392-F218-4164-A9F9-8A2627A35E5D}" srcId="{F2DD3D65-C789-4286-BC8E-422352F86974}" destId="{5D95D0DC-3B29-4E9D-89D8-36CFBD6D858A}" srcOrd="0" destOrd="0" parTransId="{C6DC08A7-354E-4162-B021-1F8A2E73B660}" sibTransId="{E1E6F51F-88F2-451B-8D75-5EB6D67A6A5A}"/>
    <dgm:cxn modelId="{2883EAA6-CBD5-43D2-82B0-F2AAAF1CBC64}" type="presOf" srcId="{5070E329-B4E8-4C57-B488-3551CF7FA9C7}" destId="{2C7B3972-C618-40B1-9A49-3DAAB99B81F3}" srcOrd="0" destOrd="0" presId="urn:microsoft.com/office/officeart/2018/2/layout/IconVerticalSolidList"/>
    <dgm:cxn modelId="{335A32B0-43F0-4B55-ACB9-24949B819D8D}" type="presOf" srcId="{3B9AE26B-BA97-4811-9708-70482389414D}" destId="{51800BEA-4B6F-40BE-B39C-8B2B20F2C34F}" srcOrd="0" destOrd="0" presId="urn:microsoft.com/office/officeart/2018/2/layout/IconVerticalSolidList"/>
    <dgm:cxn modelId="{74ABCDB1-0285-442C-9BBE-3EF48134D805}" type="presOf" srcId="{336CDD12-81E7-48C3-81E1-36313264B1E4}" destId="{A2FC4F8F-BB79-492D-B90E-D6C3BEABC8BC}" srcOrd="0" destOrd="0" presId="urn:microsoft.com/office/officeart/2018/2/layout/IconVerticalSolidList"/>
    <dgm:cxn modelId="{AE65D1C8-9E85-47EE-82CF-A52940D14C73}" type="presOf" srcId="{FD925C04-0A95-43DD-AC5D-6A67A3727286}" destId="{7854D980-227B-4519-90C3-4DB316AEDBDB}" srcOrd="0" destOrd="0" presId="urn:microsoft.com/office/officeart/2018/2/layout/IconVerticalSolidList"/>
    <dgm:cxn modelId="{E3DD0DEC-0DEE-4DEC-84E2-3B7A740C83B8}" srcId="{5070E329-B4E8-4C57-B488-3551CF7FA9C7}" destId="{B9689C44-E98E-4F31-9A00-F6A86B274E9D}" srcOrd="0" destOrd="0" parTransId="{4C75D902-3593-4E69-970B-7E92BEDF593F}" sibTransId="{B4E04B3A-2505-4882-BC84-68AD1DDC5BC7}"/>
    <dgm:cxn modelId="{E37A5FFE-E260-40EC-93F7-6671E6AF1D12}" type="presOf" srcId="{7028C912-205D-40AC-B68F-582BA3138743}" destId="{8E99B616-67E8-46E7-89FD-89AE21EA9BC5}" srcOrd="0" destOrd="0" presId="urn:microsoft.com/office/officeart/2018/2/layout/IconVerticalSolidList"/>
    <dgm:cxn modelId="{F335E160-28CA-4D4C-8625-1C7F61A5DDDB}" type="presParOf" srcId="{C59D5620-720A-44D5-BD51-D9613772950F}" destId="{EDD0623D-2289-4256-93B6-D628F2DAC717}" srcOrd="0" destOrd="0" presId="urn:microsoft.com/office/officeart/2018/2/layout/IconVerticalSolidList"/>
    <dgm:cxn modelId="{DB44333B-DC41-4335-AFFE-7BB6F1E6F4C5}" type="presParOf" srcId="{EDD0623D-2289-4256-93B6-D628F2DAC717}" destId="{5C17F23A-815B-4189-95D7-D264F48DA0D7}" srcOrd="0" destOrd="0" presId="urn:microsoft.com/office/officeart/2018/2/layout/IconVerticalSolidList"/>
    <dgm:cxn modelId="{E48CBF03-DE37-4D67-831C-B67F74523A01}" type="presParOf" srcId="{EDD0623D-2289-4256-93B6-D628F2DAC717}" destId="{CB56A361-94F4-4516-80CE-95BD6280619D}" srcOrd="1" destOrd="0" presId="urn:microsoft.com/office/officeart/2018/2/layout/IconVerticalSolidList"/>
    <dgm:cxn modelId="{289A9B20-ED7E-473C-9547-0FAD0CE147CD}" type="presParOf" srcId="{EDD0623D-2289-4256-93B6-D628F2DAC717}" destId="{CEA49246-5CA0-4721-A79C-005E0EC1607F}" srcOrd="2" destOrd="0" presId="urn:microsoft.com/office/officeart/2018/2/layout/IconVerticalSolidList"/>
    <dgm:cxn modelId="{D672F7AA-B55F-4D0C-BD23-0776573134C3}" type="presParOf" srcId="{EDD0623D-2289-4256-93B6-D628F2DAC717}" destId="{366627D4-B00F-4A10-AC41-EA38C4AB95D4}" srcOrd="3" destOrd="0" presId="urn:microsoft.com/office/officeart/2018/2/layout/IconVerticalSolidList"/>
    <dgm:cxn modelId="{6C85E500-DE82-43B2-9614-2E7DB46539FB}" type="presParOf" srcId="{EDD0623D-2289-4256-93B6-D628F2DAC717}" destId="{51800BEA-4B6F-40BE-B39C-8B2B20F2C34F}" srcOrd="4" destOrd="0" presId="urn:microsoft.com/office/officeart/2018/2/layout/IconVerticalSolidList"/>
    <dgm:cxn modelId="{0472BBBD-110F-4907-BA4B-B9F7FC75229C}" type="presParOf" srcId="{C59D5620-720A-44D5-BD51-D9613772950F}" destId="{959923CA-8871-462C-8A0C-CD0F22800DE0}" srcOrd="1" destOrd="0" presId="urn:microsoft.com/office/officeart/2018/2/layout/IconVerticalSolidList"/>
    <dgm:cxn modelId="{005E8CB4-2778-4764-AAB6-E4A63C748DAA}" type="presParOf" srcId="{C59D5620-720A-44D5-BD51-D9613772950F}" destId="{C35E3D71-447E-4252-AAD5-AB222D8F7D6F}" srcOrd="2" destOrd="0" presId="urn:microsoft.com/office/officeart/2018/2/layout/IconVerticalSolidList"/>
    <dgm:cxn modelId="{376A5DC4-FB24-470A-A68A-595F95A884EC}" type="presParOf" srcId="{C35E3D71-447E-4252-AAD5-AB222D8F7D6F}" destId="{3917F938-FEAB-467E-BF0C-42766661A09E}" srcOrd="0" destOrd="0" presId="urn:microsoft.com/office/officeart/2018/2/layout/IconVerticalSolidList"/>
    <dgm:cxn modelId="{41836CCE-6CC2-429D-9D72-88C6947653F4}" type="presParOf" srcId="{C35E3D71-447E-4252-AAD5-AB222D8F7D6F}" destId="{4294C337-D906-4DCD-9B6F-4E00BA37C7BC}" srcOrd="1" destOrd="0" presId="urn:microsoft.com/office/officeart/2018/2/layout/IconVerticalSolidList"/>
    <dgm:cxn modelId="{7A4EC451-5071-4687-9571-372ACA753B44}" type="presParOf" srcId="{C35E3D71-447E-4252-AAD5-AB222D8F7D6F}" destId="{C8816E4E-1CFF-4ADF-8844-1F96F13579C0}" srcOrd="2" destOrd="0" presId="urn:microsoft.com/office/officeart/2018/2/layout/IconVerticalSolidList"/>
    <dgm:cxn modelId="{8DB5C2C8-30C6-4E7B-85A1-2B5F1110ADA1}" type="presParOf" srcId="{C35E3D71-447E-4252-AAD5-AB222D8F7D6F}" destId="{7854D980-227B-4519-90C3-4DB316AEDBDB}" srcOrd="3" destOrd="0" presId="urn:microsoft.com/office/officeart/2018/2/layout/IconVerticalSolidList"/>
    <dgm:cxn modelId="{EF234769-15D3-47B7-8A04-6ADE992F1B30}" type="presParOf" srcId="{C35E3D71-447E-4252-AAD5-AB222D8F7D6F}" destId="{8E99B616-67E8-46E7-89FD-89AE21EA9BC5}" srcOrd="4" destOrd="0" presId="urn:microsoft.com/office/officeart/2018/2/layout/IconVerticalSolidList"/>
    <dgm:cxn modelId="{BCD56F36-C5B6-42B9-AFCB-C07CF6AEA715}" type="presParOf" srcId="{C59D5620-720A-44D5-BD51-D9613772950F}" destId="{2D7650C2-E55B-437E-8E46-A62BDE78576F}" srcOrd="3" destOrd="0" presId="urn:microsoft.com/office/officeart/2018/2/layout/IconVerticalSolidList"/>
    <dgm:cxn modelId="{BD8A0208-4E13-429B-8C9E-2D15BC01A30E}" type="presParOf" srcId="{C59D5620-720A-44D5-BD51-D9613772950F}" destId="{A2CDA889-A655-4BAE-A8E4-682C8E3A1C8C}" srcOrd="4" destOrd="0" presId="urn:microsoft.com/office/officeart/2018/2/layout/IconVerticalSolidList"/>
    <dgm:cxn modelId="{2879E5F3-8BF6-4F2C-BC45-3D2736CA04C5}" type="presParOf" srcId="{A2CDA889-A655-4BAE-A8E4-682C8E3A1C8C}" destId="{4F5906A7-B5E3-4ED8-9AE2-B56BAB062A55}" srcOrd="0" destOrd="0" presId="urn:microsoft.com/office/officeart/2018/2/layout/IconVerticalSolidList"/>
    <dgm:cxn modelId="{6F01C033-3B1B-4C92-BB12-5514406A4967}" type="presParOf" srcId="{A2CDA889-A655-4BAE-A8E4-682C8E3A1C8C}" destId="{35462BC0-E3D6-455B-A1DF-768C9A875CE5}" srcOrd="1" destOrd="0" presId="urn:microsoft.com/office/officeart/2018/2/layout/IconVerticalSolidList"/>
    <dgm:cxn modelId="{5B26C01B-B200-4DF4-A532-A56AB529D236}" type="presParOf" srcId="{A2CDA889-A655-4BAE-A8E4-682C8E3A1C8C}" destId="{B6AC9852-662F-4FD9-8C3E-4FD1B8687D4B}" srcOrd="2" destOrd="0" presId="urn:microsoft.com/office/officeart/2018/2/layout/IconVerticalSolidList"/>
    <dgm:cxn modelId="{4EFAD25E-1F41-4AF1-8381-A3C78BDE2151}" type="presParOf" srcId="{A2CDA889-A655-4BAE-A8E4-682C8E3A1C8C}" destId="{57FFCAE2-13CF-4E0C-A14A-CD59260B86FB}" srcOrd="3" destOrd="0" presId="urn:microsoft.com/office/officeart/2018/2/layout/IconVerticalSolidList"/>
    <dgm:cxn modelId="{3BD3936C-823A-415E-8969-D6E282684DD7}" type="presParOf" srcId="{A2CDA889-A655-4BAE-A8E4-682C8E3A1C8C}" destId="{F6BDBD12-8DE8-41FC-99C5-EE187BCB9A54}" srcOrd="4" destOrd="0" presId="urn:microsoft.com/office/officeart/2018/2/layout/IconVerticalSolidList"/>
    <dgm:cxn modelId="{74EB8399-E150-43E4-BA1C-31761B17A30D}" type="presParOf" srcId="{C59D5620-720A-44D5-BD51-D9613772950F}" destId="{E19254F6-13AB-41AD-BDC4-4D1B852CA652}" srcOrd="5" destOrd="0" presId="urn:microsoft.com/office/officeart/2018/2/layout/IconVerticalSolidList"/>
    <dgm:cxn modelId="{F6F56513-3A02-4B97-A14E-442888AE8903}" type="presParOf" srcId="{C59D5620-720A-44D5-BD51-D9613772950F}" destId="{7FABA97F-0DDA-4CDE-9F58-BB7EF2D3E54D}" srcOrd="6" destOrd="0" presId="urn:microsoft.com/office/officeart/2018/2/layout/IconVerticalSolidList"/>
    <dgm:cxn modelId="{3A1906FF-D8EE-4631-866C-55D2C3EBF0E7}" type="presParOf" srcId="{7FABA97F-0DDA-4CDE-9F58-BB7EF2D3E54D}" destId="{9D4BA008-3EA3-424F-A777-FBE5156BF0F4}" srcOrd="0" destOrd="0" presId="urn:microsoft.com/office/officeart/2018/2/layout/IconVerticalSolidList"/>
    <dgm:cxn modelId="{EB3BCFDB-4731-4684-A69F-5025559FD21B}" type="presParOf" srcId="{7FABA97F-0DDA-4CDE-9F58-BB7EF2D3E54D}" destId="{3D2B2F91-EF94-4F74-90B9-E69AD636AD92}" srcOrd="1" destOrd="0" presId="urn:microsoft.com/office/officeart/2018/2/layout/IconVerticalSolidList"/>
    <dgm:cxn modelId="{85B87A74-35FF-4C34-918E-C1A6EBF6EFDF}" type="presParOf" srcId="{7FABA97F-0DDA-4CDE-9F58-BB7EF2D3E54D}" destId="{2D2BF2E7-DC12-4085-ACA2-C4C4D688EEB8}" srcOrd="2" destOrd="0" presId="urn:microsoft.com/office/officeart/2018/2/layout/IconVerticalSolidList"/>
    <dgm:cxn modelId="{83087873-43FC-4514-BB97-7D822B425988}" type="presParOf" srcId="{7FABA97F-0DDA-4CDE-9F58-BB7EF2D3E54D}" destId="{2C7B3972-C618-40B1-9A49-3DAAB99B81F3}" srcOrd="3" destOrd="0" presId="urn:microsoft.com/office/officeart/2018/2/layout/IconVerticalSolidList"/>
    <dgm:cxn modelId="{F2F454EE-1809-4B85-A76B-D8C00965DA7D}" type="presParOf" srcId="{7FABA97F-0DDA-4CDE-9F58-BB7EF2D3E54D}" destId="{9C6A442C-B9AB-4AB6-9FD3-EC7F6C465B15}" srcOrd="4" destOrd="0" presId="urn:microsoft.com/office/officeart/2018/2/layout/IconVerticalSolidList"/>
    <dgm:cxn modelId="{AF773DBF-1792-4B74-B2B3-516F9D986926}" type="presParOf" srcId="{C59D5620-720A-44D5-BD51-D9613772950F}" destId="{28A94E36-B8CD-4B42-A2FA-F31C77CCCFF2}" srcOrd="7" destOrd="0" presId="urn:microsoft.com/office/officeart/2018/2/layout/IconVerticalSolidList"/>
    <dgm:cxn modelId="{F1E55A2E-B189-4C8D-B74A-9A1F6792D0B8}" type="presParOf" srcId="{C59D5620-720A-44D5-BD51-D9613772950F}" destId="{79571DA1-FA9E-4825-A32A-B19ECE86CFFB}" srcOrd="8" destOrd="0" presId="urn:microsoft.com/office/officeart/2018/2/layout/IconVerticalSolidList"/>
    <dgm:cxn modelId="{DEF43F41-4038-4B60-8FF9-8E21473B9D1E}" type="presParOf" srcId="{79571DA1-FA9E-4825-A32A-B19ECE86CFFB}" destId="{9CF8F2F7-A4D7-48A4-98E3-FDD9132E25DE}" srcOrd="0" destOrd="0" presId="urn:microsoft.com/office/officeart/2018/2/layout/IconVerticalSolidList"/>
    <dgm:cxn modelId="{F9D92425-E021-4317-8E18-2B054A05AA97}" type="presParOf" srcId="{79571DA1-FA9E-4825-A32A-B19ECE86CFFB}" destId="{1B101331-DE3D-45B6-8236-680F7ACCCF30}" srcOrd="1" destOrd="0" presId="urn:microsoft.com/office/officeart/2018/2/layout/IconVerticalSolidList"/>
    <dgm:cxn modelId="{C6CB6467-7414-44FE-9F92-52199677ABA9}" type="presParOf" srcId="{79571DA1-FA9E-4825-A32A-B19ECE86CFFB}" destId="{471ADFE2-FD69-41DF-AAC9-F75FEEA9C7A6}" srcOrd="2" destOrd="0" presId="urn:microsoft.com/office/officeart/2018/2/layout/IconVerticalSolidList"/>
    <dgm:cxn modelId="{B69A9E71-FE9B-49E4-8B35-4112348D1711}" type="presParOf" srcId="{79571DA1-FA9E-4825-A32A-B19ECE86CFFB}" destId="{022C1254-42FD-4A5F-99EB-8FB8B2A645D2}" srcOrd="3" destOrd="0" presId="urn:microsoft.com/office/officeart/2018/2/layout/IconVerticalSolidList"/>
    <dgm:cxn modelId="{7AFD8402-EC79-4659-8E65-C37A2C1218D5}" type="presParOf" srcId="{79571DA1-FA9E-4825-A32A-B19ECE86CFFB}" destId="{A2FC4F8F-BB79-492D-B90E-D6C3BEABC8B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D423A5-B908-492D-B91E-38722A58302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1BD2EE-8320-406A-8454-7D6B1D6B9FBE}">
      <dgm:prSet/>
      <dgm:spPr/>
      <dgm:t>
        <a:bodyPr/>
        <a:lstStyle/>
        <a:p>
          <a:r>
            <a:rPr lang="it-IT"/>
            <a:t>Introduce the concept of equally as likely</a:t>
          </a:r>
          <a:endParaRPr lang="en-US"/>
        </a:p>
      </dgm:t>
    </dgm:pt>
    <dgm:pt modelId="{F82C6D92-C449-4B16-A403-B09F80FDC340}" type="parTrans" cxnId="{08198297-2805-46A3-968C-AF6A55273DFC}">
      <dgm:prSet/>
      <dgm:spPr/>
      <dgm:t>
        <a:bodyPr/>
        <a:lstStyle/>
        <a:p>
          <a:endParaRPr lang="en-US"/>
        </a:p>
      </dgm:t>
    </dgm:pt>
    <dgm:pt modelId="{334C25B1-FFE9-458C-88D4-D77D709ECE5A}" type="sibTrans" cxnId="{08198297-2805-46A3-968C-AF6A55273DFC}">
      <dgm:prSet/>
      <dgm:spPr/>
      <dgm:t>
        <a:bodyPr/>
        <a:lstStyle/>
        <a:p>
          <a:endParaRPr lang="en-US"/>
        </a:p>
      </dgm:t>
    </dgm:pt>
    <dgm:pt modelId="{0F58680D-E4BF-4BCB-BB37-FE0F897EE727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start with </a:t>
          </a:r>
          <a:r>
            <a:rPr lang="it-IT" dirty="0" err="1">
              <a:solidFill>
                <a:schemeClr val="tx2"/>
              </a:solidFill>
            </a:rPr>
            <a:t>simple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coin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toss</a:t>
          </a:r>
          <a:r>
            <a:rPr lang="it-IT" dirty="0">
              <a:solidFill>
                <a:schemeClr val="tx2"/>
              </a:solidFill>
            </a:rPr>
            <a:t> </a:t>
          </a:r>
          <a:endParaRPr lang="en-US" dirty="0">
            <a:solidFill>
              <a:schemeClr val="tx2"/>
            </a:solidFill>
          </a:endParaRPr>
        </a:p>
      </dgm:t>
    </dgm:pt>
    <dgm:pt modelId="{1166E4E1-0860-46E7-AA4C-6BA1E2A4C4AD}" type="parTrans" cxnId="{279434B1-E28F-434F-BF91-E696431162A5}">
      <dgm:prSet/>
      <dgm:spPr/>
      <dgm:t>
        <a:bodyPr/>
        <a:lstStyle/>
        <a:p>
          <a:endParaRPr lang="en-US"/>
        </a:p>
      </dgm:t>
    </dgm:pt>
    <dgm:pt modelId="{2F81C71C-E4D5-4CF2-BF29-2D1597E31A74}" type="sibTrans" cxnId="{279434B1-E28F-434F-BF91-E696431162A5}">
      <dgm:prSet/>
      <dgm:spPr/>
      <dgm:t>
        <a:bodyPr/>
        <a:lstStyle/>
        <a:p>
          <a:endParaRPr lang="en-US"/>
        </a:p>
      </dgm:t>
    </dgm:pt>
    <dgm:pt modelId="{0D586C83-F37E-441E-B7FB-7D2CD9F90566}">
      <dgm:prSet/>
      <dgm:spPr/>
      <dgm:t>
        <a:bodyPr/>
        <a:lstStyle/>
        <a:p>
          <a:r>
            <a:rPr lang="nb-NO" dirty="0" err="1"/>
            <a:t>Throw</a:t>
          </a:r>
          <a:r>
            <a:rPr lang="nb-NO" dirty="0"/>
            <a:t> </a:t>
          </a:r>
          <a:r>
            <a:rPr lang="nb-NO" dirty="0" err="1"/>
            <a:t>of</a:t>
          </a:r>
          <a:r>
            <a:rPr lang="nb-NO" dirty="0"/>
            <a:t> DICE </a:t>
          </a:r>
          <a:endParaRPr lang="en-US" dirty="0"/>
        </a:p>
      </dgm:t>
    </dgm:pt>
    <dgm:pt modelId="{4BC72441-C792-4F45-8608-975A73DC3DED}" type="parTrans" cxnId="{29F4B969-097E-466D-A18C-618B4045469D}">
      <dgm:prSet/>
      <dgm:spPr/>
      <dgm:t>
        <a:bodyPr/>
        <a:lstStyle/>
        <a:p>
          <a:endParaRPr lang="en-US"/>
        </a:p>
      </dgm:t>
    </dgm:pt>
    <dgm:pt modelId="{E4AC8526-C11E-43DC-A0BC-7EB9B76B4190}" type="sibTrans" cxnId="{29F4B969-097E-466D-A18C-618B4045469D}">
      <dgm:prSet/>
      <dgm:spPr/>
      <dgm:t>
        <a:bodyPr/>
        <a:lstStyle/>
        <a:p>
          <a:endParaRPr lang="en-US"/>
        </a:p>
      </dgm:t>
    </dgm:pt>
    <dgm:pt modelId="{C749A840-E47D-4E65-860C-058AE881C5B5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discuss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about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probability</a:t>
          </a:r>
          <a:r>
            <a:rPr lang="it-IT" dirty="0">
              <a:solidFill>
                <a:schemeClr val="tx2"/>
              </a:solidFill>
            </a:rPr>
            <a:t> of the </a:t>
          </a:r>
          <a:r>
            <a:rPr lang="it-IT" dirty="0" err="1">
              <a:solidFill>
                <a:schemeClr val="tx2"/>
              </a:solidFill>
            </a:rPr>
            <a:t>numbers</a:t>
          </a:r>
          <a:endParaRPr lang="en-US" dirty="0">
            <a:solidFill>
              <a:schemeClr val="tx2"/>
            </a:solidFill>
          </a:endParaRPr>
        </a:p>
      </dgm:t>
    </dgm:pt>
    <dgm:pt modelId="{562DE205-EAD5-4376-8A94-97898BF0BDC3}" type="parTrans" cxnId="{0ADFA469-2BC0-4B22-8900-E5296D22E7ED}">
      <dgm:prSet/>
      <dgm:spPr/>
      <dgm:t>
        <a:bodyPr/>
        <a:lstStyle/>
        <a:p>
          <a:endParaRPr lang="en-US"/>
        </a:p>
      </dgm:t>
    </dgm:pt>
    <dgm:pt modelId="{B80F04DE-AB70-4763-BA48-27E79BA55938}" type="sibTrans" cxnId="{0ADFA469-2BC0-4B22-8900-E5296D22E7ED}">
      <dgm:prSet/>
      <dgm:spPr/>
      <dgm:t>
        <a:bodyPr/>
        <a:lstStyle/>
        <a:p>
          <a:endParaRPr lang="en-US"/>
        </a:p>
      </dgm:t>
    </dgm:pt>
    <dgm:pt modelId="{AFE4B62D-4E2D-4198-ABAB-C09C368A66A3}">
      <dgm:prSet/>
      <dgm:spPr/>
      <dgm:t>
        <a:bodyPr/>
        <a:lstStyle/>
        <a:p>
          <a:r>
            <a:rPr lang="it-IT" dirty="0"/>
            <a:t>EXPERIMENT</a:t>
          </a:r>
          <a:endParaRPr lang="en-US" dirty="0"/>
        </a:p>
      </dgm:t>
    </dgm:pt>
    <dgm:pt modelId="{C227E25C-BD8D-474E-B79F-9BDAE5188B3A}" type="parTrans" cxnId="{C5B5C5AD-0ED8-431B-B199-B75A869F13D6}">
      <dgm:prSet/>
      <dgm:spPr/>
      <dgm:t>
        <a:bodyPr/>
        <a:lstStyle/>
        <a:p>
          <a:endParaRPr lang="en-US"/>
        </a:p>
      </dgm:t>
    </dgm:pt>
    <dgm:pt modelId="{C903E5BB-5113-4AA9-B01E-2690AF9D1D85}" type="sibTrans" cxnId="{C5B5C5AD-0ED8-431B-B199-B75A869F13D6}">
      <dgm:prSet/>
      <dgm:spPr/>
      <dgm:t>
        <a:bodyPr/>
        <a:lstStyle/>
        <a:p>
          <a:endParaRPr lang="en-US"/>
        </a:p>
      </dgm:t>
    </dgm:pt>
    <dgm:pt modelId="{F93F8556-6751-491B-B10C-892B45B4FF89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everyone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throws</a:t>
          </a:r>
          <a:r>
            <a:rPr lang="it-IT" dirty="0">
              <a:solidFill>
                <a:schemeClr val="tx2"/>
              </a:solidFill>
            </a:rPr>
            <a:t> dice and </a:t>
          </a:r>
          <a:r>
            <a:rPr lang="it-IT" dirty="0" err="1">
              <a:solidFill>
                <a:schemeClr val="tx2"/>
              </a:solidFill>
            </a:rPr>
            <a:t>collect</a:t>
          </a:r>
          <a:r>
            <a:rPr lang="it-IT" dirty="0">
              <a:solidFill>
                <a:schemeClr val="tx2"/>
              </a:solidFill>
            </a:rPr>
            <a:t> the </a:t>
          </a:r>
          <a:r>
            <a:rPr lang="it-IT" dirty="0" err="1">
              <a:solidFill>
                <a:schemeClr val="tx2"/>
              </a:solidFill>
            </a:rPr>
            <a:t>numbers</a:t>
          </a:r>
          <a:endParaRPr lang="en-US" dirty="0">
            <a:solidFill>
              <a:schemeClr val="tx2"/>
            </a:solidFill>
          </a:endParaRPr>
        </a:p>
      </dgm:t>
    </dgm:pt>
    <dgm:pt modelId="{A87F12B6-78D0-4686-912E-DF9E5C63A7CC}" type="parTrans" cxnId="{50393A8A-703D-4F90-99DF-B11C56169409}">
      <dgm:prSet/>
      <dgm:spPr/>
      <dgm:t>
        <a:bodyPr/>
        <a:lstStyle/>
        <a:p>
          <a:endParaRPr lang="en-US"/>
        </a:p>
      </dgm:t>
    </dgm:pt>
    <dgm:pt modelId="{0A1F37D2-9212-42CD-8A03-FA4B3E689DE4}" type="sibTrans" cxnId="{50393A8A-703D-4F90-99DF-B11C56169409}">
      <dgm:prSet/>
      <dgm:spPr/>
      <dgm:t>
        <a:bodyPr/>
        <a:lstStyle/>
        <a:p>
          <a:endParaRPr lang="en-US"/>
        </a:p>
      </dgm:t>
    </dgm:pt>
    <dgm:pt modelId="{7FA4801B-182D-4E39-8EB0-0679F45351D6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create a board with </a:t>
          </a:r>
          <a:r>
            <a:rPr lang="it-IT" dirty="0" err="1">
              <a:solidFill>
                <a:schemeClr val="tx2"/>
              </a:solidFill>
            </a:rPr>
            <a:t>columns</a:t>
          </a:r>
          <a:r>
            <a:rPr lang="it-IT" dirty="0">
              <a:solidFill>
                <a:schemeClr val="tx2"/>
              </a:solidFill>
            </a:rPr>
            <a:t>: </a:t>
          </a:r>
          <a:r>
            <a:rPr lang="it-IT" dirty="0" err="1">
              <a:solidFill>
                <a:schemeClr val="tx2"/>
              </a:solidFill>
            </a:rPr>
            <a:t>insert</a:t>
          </a:r>
          <a:r>
            <a:rPr lang="it-IT" dirty="0">
              <a:solidFill>
                <a:schemeClr val="tx2"/>
              </a:solidFill>
            </a:rPr>
            <a:t> a token or </a:t>
          </a:r>
          <a:r>
            <a:rPr lang="it-IT" dirty="0" err="1">
              <a:solidFill>
                <a:schemeClr val="tx2"/>
              </a:solidFill>
            </a:rPr>
            <a:t>draw</a:t>
          </a:r>
          <a:r>
            <a:rPr lang="it-IT" dirty="0">
              <a:solidFill>
                <a:schemeClr val="tx2"/>
              </a:solidFill>
            </a:rPr>
            <a:t> a point for </a:t>
          </a:r>
          <a:r>
            <a:rPr lang="it-IT" dirty="0" err="1">
              <a:solidFill>
                <a:schemeClr val="tx2"/>
              </a:solidFill>
            </a:rPr>
            <a:t>every</a:t>
          </a:r>
          <a:r>
            <a:rPr lang="it-IT" dirty="0">
              <a:solidFill>
                <a:schemeClr val="tx2"/>
              </a:solidFill>
            </a:rPr>
            <a:t> time a </a:t>
          </a:r>
          <a:r>
            <a:rPr lang="it-IT" dirty="0" err="1">
              <a:solidFill>
                <a:schemeClr val="tx2"/>
              </a:solidFill>
            </a:rPr>
            <a:t>number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comes</a:t>
          </a:r>
          <a:r>
            <a:rPr lang="it-IT" dirty="0">
              <a:solidFill>
                <a:schemeClr val="tx2"/>
              </a:solidFill>
            </a:rPr>
            <a:t> up</a:t>
          </a:r>
          <a:endParaRPr lang="en-US" dirty="0">
            <a:solidFill>
              <a:schemeClr val="tx2"/>
            </a:solidFill>
          </a:endParaRPr>
        </a:p>
      </dgm:t>
    </dgm:pt>
    <dgm:pt modelId="{534B26C8-06CC-4463-95C3-2C38FD4C6074}" type="parTrans" cxnId="{F6284E66-64CF-4214-8CB8-F1E766E40148}">
      <dgm:prSet/>
      <dgm:spPr/>
      <dgm:t>
        <a:bodyPr/>
        <a:lstStyle/>
        <a:p>
          <a:endParaRPr lang="en-US"/>
        </a:p>
      </dgm:t>
    </dgm:pt>
    <dgm:pt modelId="{0457754F-FABB-44EF-A4E2-F1D3FA22434C}" type="sibTrans" cxnId="{F6284E66-64CF-4214-8CB8-F1E766E40148}">
      <dgm:prSet/>
      <dgm:spPr/>
      <dgm:t>
        <a:bodyPr/>
        <a:lstStyle/>
        <a:p>
          <a:endParaRPr lang="en-US"/>
        </a:p>
      </dgm:t>
    </dgm:pt>
    <dgm:pt modelId="{CF20E45C-5CE2-49E9-B86C-7142635C2B24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show </a:t>
          </a:r>
          <a:r>
            <a:rPr lang="it-IT" dirty="0" err="1">
              <a:solidFill>
                <a:schemeClr val="tx2"/>
              </a:solidFill>
            </a:rPr>
            <a:t>that</a:t>
          </a:r>
          <a:r>
            <a:rPr lang="it-IT" dirty="0">
              <a:solidFill>
                <a:schemeClr val="tx2"/>
              </a:solidFill>
            </a:rPr>
            <a:t> with a </a:t>
          </a:r>
          <a:r>
            <a:rPr lang="it-IT" dirty="0" err="1">
              <a:solidFill>
                <a:schemeClr val="tx2"/>
              </a:solidFill>
            </a:rPr>
            <a:t>lot</a:t>
          </a:r>
          <a:r>
            <a:rPr lang="it-IT" dirty="0">
              <a:solidFill>
                <a:schemeClr val="tx2"/>
              </a:solidFill>
            </a:rPr>
            <a:t> of </a:t>
          </a:r>
          <a:r>
            <a:rPr lang="it-IT" dirty="0" err="1">
              <a:solidFill>
                <a:schemeClr val="tx2"/>
              </a:solidFill>
            </a:rPr>
            <a:t>repetition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all</a:t>
          </a:r>
          <a:r>
            <a:rPr lang="it-IT" dirty="0">
              <a:solidFill>
                <a:schemeClr val="tx2"/>
              </a:solidFill>
            </a:rPr>
            <a:t> of </a:t>
          </a:r>
          <a:r>
            <a:rPr lang="it-IT" dirty="0" err="1">
              <a:solidFill>
                <a:schemeClr val="tx2"/>
              </a:solidFill>
            </a:rPr>
            <a:t>them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have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about</a:t>
          </a:r>
          <a:r>
            <a:rPr lang="it-IT" dirty="0">
              <a:solidFill>
                <a:schemeClr val="tx2"/>
              </a:solidFill>
            </a:rPr>
            <a:t> the </a:t>
          </a:r>
          <a:r>
            <a:rPr lang="it-IT" dirty="0" err="1">
              <a:solidFill>
                <a:schemeClr val="tx2"/>
              </a:solidFill>
            </a:rPr>
            <a:t>same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number</a:t>
          </a:r>
          <a:r>
            <a:rPr lang="it-IT" dirty="0">
              <a:solidFill>
                <a:schemeClr val="tx2"/>
              </a:solidFill>
            </a:rPr>
            <a:t> of points</a:t>
          </a:r>
          <a:endParaRPr lang="en-US" dirty="0">
            <a:solidFill>
              <a:schemeClr val="tx2"/>
            </a:solidFill>
          </a:endParaRPr>
        </a:p>
      </dgm:t>
    </dgm:pt>
    <dgm:pt modelId="{5ADD1CEC-C001-4639-9288-E36D50B6415D}" type="parTrans" cxnId="{551E04B7-3D7F-49BC-B433-671386F78E42}">
      <dgm:prSet/>
      <dgm:spPr/>
      <dgm:t>
        <a:bodyPr/>
        <a:lstStyle/>
        <a:p>
          <a:endParaRPr lang="en-US"/>
        </a:p>
      </dgm:t>
    </dgm:pt>
    <dgm:pt modelId="{55A3AE46-8EE3-4EA8-897A-4450DBF72FA9}" type="sibTrans" cxnId="{551E04B7-3D7F-49BC-B433-671386F78E42}">
      <dgm:prSet/>
      <dgm:spPr/>
      <dgm:t>
        <a:bodyPr/>
        <a:lstStyle/>
        <a:p>
          <a:endParaRPr lang="en-US"/>
        </a:p>
      </dgm:t>
    </dgm:pt>
    <dgm:pt modelId="{AC665240-85BF-4E5E-B879-839D5495B8FA}" type="pres">
      <dgm:prSet presAssocID="{A0D423A5-B908-492D-B91E-38722A583027}" presName="linear" presStyleCnt="0">
        <dgm:presLayoutVars>
          <dgm:animLvl val="lvl"/>
          <dgm:resizeHandles val="exact"/>
        </dgm:presLayoutVars>
      </dgm:prSet>
      <dgm:spPr/>
    </dgm:pt>
    <dgm:pt modelId="{D6DF1FFF-3B15-4CD4-A379-B30C0529A276}" type="pres">
      <dgm:prSet presAssocID="{051BD2EE-8320-406A-8454-7D6B1D6B9F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335993-9B96-405D-BC88-FEAE34D12DC1}" type="pres">
      <dgm:prSet presAssocID="{051BD2EE-8320-406A-8454-7D6B1D6B9FBE}" presName="childText" presStyleLbl="revTx" presStyleIdx="0" presStyleCnt="3">
        <dgm:presLayoutVars>
          <dgm:bulletEnabled val="1"/>
        </dgm:presLayoutVars>
      </dgm:prSet>
      <dgm:spPr/>
    </dgm:pt>
    <dgm:pt modelId="{A713DFAB-E5CA-4AB7-A2C8-99F36F969CA3}" type="pres">
      <dgm:prSet presAssocID="{0D586C83-F37E-441E-B7FB-7D2CD9F9056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A320E4-94CB-49BD-8CAF-BEE3C5CC14DE}" type="pres">
      <dgm:prSet presAssocID="{0D586C83-F37E-441E-B7FB-7D2CD9F90566}" presName="childText" presStyleLbl="revTx" presStyleIdx="1" presStyleCnt="3">
        <dgm:presLayoutVars>
          <dgm:bulletEnabled val="1"/>
        </dgm:presLayoutVars>
      </dgm:prSet>
      <dgm:spPr/>
    </dgm:pt>
    <dgm:pt modelId="{00CCF742-CBAC-4CD1-9BDB-5BFD0B834C3D}" type="pres">
      <dgm:prSet presAssocID="{AFE4B62D-4E2D-4198-ABAB-C09C368A66A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B5A74EA-0856-4940-8FF4-4FA5324C32B8}" type="pres">
      <dgm:prSet presAssocID="{AFE4B62D-4E2D-4198-ABAB-C09C368A66A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BCE8E1B-55B7-412B-B87C-F5A42BD329D4}" type="presOf" srcId="{AFE4B62D-4E2D-4198-ABAB-C09C368A66A3}" destId="{00CCF742-CBAC-4CD1-9BDB-5BFD0B834C3D}" srcOrd="0" destOrd="0" presId="urn:microsoft.com/office/officeart/2005/8/layout/vList2"/>
    <dgm:cxn modelId="{87563B31-3DF3-4D8E-A0F8-CB284C58C117}" type="presOf" srcId="{C749A840-E47D-4E65-860C-058AE881C5B5}" destId="{8DA320E4-94CB-49BD-8CAF-BEE3C5CC14DE}" srcOrd="0" destOrd="0" presId="urn:microsoft.com/office/officeart/2005/8/layout/vList2"/>
    <dgm:cxn modelId="{F9C98143-C6E0-4F8E-BCBA-BE535C639555}" type="presOf" srcId="{7FA4801B-182D-4E39-8EB0-0679F45351D6}" destId="{0B5A74EA-0856-4940-8FF4-4FA5324C32B8}" srcOrd="0" destOrd="1" presId="urn:microsoft.com/office/officeart/2005/8/layout/vList2"/>
    <dgm:cxn modelId="{F6284E66-64CF-4214-8CB8-F1E766E40148}" srcId="{AFE4B62D-4E2D-4198-ABAB-C09C368A66A3}" destId="{7FA4801B-182D-4E39-8EB0-0679F45351D6}" srcOrd="1" destOrd="0" parTransId="{534B26C8-06CC-4463-95C3-2C38FD4C6074}" sibTransId="{0457754F-FABB-44EF-A4E2-F1D3FA22434C}"/>
    <dgm:cxn modelId="{0ADFA469-2BC0-4B22-8900-E5296D22E7ED}" srcId="{0D586C83-F37E-441E-B7FB-7D2CD9F90566}" destId="{C749A840-E47D-4E65-860C-058AE881C5B5}" srcOrd="0" destOrd="0" parTransId="{562DE205-EAD5-4376-8A94-97898BF0BDC3}" sibTransId="{B80F04DE-AB70-4763-BA48-27E79BA55938}"/>
    <dgm:cxn modelId="{29F4B969-097E-466D-A18C-618B4045469D}" srcId="{A0D423A5-B908-492D-B91E-38722A583027}" destId="{0D586C83-F37E-441E-B7FB-7D2CD9F90566}" srcOrd="1" destOrd="0" parTransId="{4BC72441-C792-4F45-8608-975A73DC3DED}" sibTransId="{E4AC8526-C11E-43DC-A0BC-7EB9B76B4190}"/>
    <dgm:cxn modelId="{C014FD4B-6D67-424E-8FFD-41FC36481625}" type="presOf" srcId="{A0D423A5-B908-492D-B91E-38722A583027}" destId="{AC665240-85BF-4E5E-B879-839D5495B8FA}" srcOrd="0" destOrd="0" presId="urn:microsoft.com/office/officeart/2005/8/layout/vList2"/>
    <dgm:cxn modelId="{0EEE055A-BF05-4390-AF0E-BBE5A72130C5}" type="presOf" srcId="{0D586C83-F37E-441E-B7FB-7D2CD9F90566}" destId="{A713DFAB-E5CA-4AB7-A2C8-99F36F969CA3}" srcOrd="0" destOrd="0" presId="urn:microsoft.com/office/officeart/2005/8/layout/vList2"/>
    <dgm:cxn modelId="{EBF4DC7D-5CF8-4765-93F7-069C65301027}" type="presOf" srcId="{0F58680D-E4BF-4BCB-BB37-FE0F897EE727}" destId="{1F335993-9B96-405D-BC88-FEAE34D12DC1}" srcOrd="0" destOrd="0" presId="urn:microsoft.com/office/officeart/2005/8/layout/vList2"/>
    <dgm:cxn modelId="{DDFB3F81-8877-4465-8AC0-AD5668222A78}" type="presOf" srcId="{F93F8556-6751-491B-B10C-892B45B4FF89}" destId="{0B5A74EA-0856-4940-8FF4-4FA5324C32B8}" srcOrd="0" destOrd="0" presId="urn:microsoft.com/office/officeart/2005/8/layout/vList2"/>
    <dgm:cxn modelId="{50393A8A-703D-4F90-99DF-B11C56169409}" srcId="{AFE4B62D-4E2D-4198-ABAB-C09C368A66A3}" destId="{F93F8556-6751-491B-B10C-892B45B4FF89}" srcOrd="0" destOrd="0" parTransId="{A87F12B6-78D0-4686-912E-DF9E5C63A7CC}" sibTransId="{0A1F37D2-9212-42CD-8A03-FA4B3E689DE4}"/>
    <dgm:cxn modelId="{9899258C-5E07-4683-8103-F100B36095C7}" type="presOf" srcId="{051BD2EE-8320-406A-8454-7D6B1D6B9FBE}" destId="{D6DF1FFF-3B15-4CD4-A379-B30C0529A276}" srcOrd="0" destOrd="0" presId="urn:microsoft.com/office/officeart/2005/8/layout/vList2"/>
    <dgm:cxn modelId="{08198297-2805-46A3-968C-AF6A55273DFC}" srcId="{A0D423A5-B908-492D-B91E-38722A583027}" destId="{051BD2EE-8320-406A-8454-7D6B1D6B9FBE}" srcOrd="0" destOrd="0" parTransId="{F82C6D92-C449-4B16-A403-B09F80FDC340}" sibTransId="{334C25B1-FFE9-458C-88D4-D77D709ECE5A}"/>
    <dgm:cxn modelId="{0D6BEAA5-BD33-4210-8858-031E3F27E90B}" type="presOf" srcId="{CF20E45C-5CE2-49E9-B86C-7142635C2B24}" destId="{0B5A74EA-0856-4940-8FF4-4FA5324C32B8}" srcOrd="0" destOrd="2" presId="urn:microsoft.com/office/officeart/2005/8/layout/vList2"/>
    <dgm:cxn modelId="{C5B5C5AD-0ED8-431B-B199-B75A869F13D6}" srcId="{A0D423A5-B908-492D-B91E-38722A583027}" destId="{AFE4B62D-4E2D-4198-ABAB-C09C368A66A3}" srcOrd="2" destOrd="0" parTransId="{C227E25C-BD8D-474E-B79F-9BDAE5188B3A}" sibTransId="{C903E5BB-5113-4AA9-B01E-2690AF9D1D85}"/>
    <dgm:cxn modelId="{279434B1-E28F-434F-BF91-E696431162A5}" srcId="{051BD2EE-8320-406A-8454-7D6B1D6B9FBE}" destId="{0F58680D-E4BF-4BCB-BB37-FE0F897EE727}" srcOrd="0" destOrd="0" parTransId="{1166E4E1-0860-46E7-AA4C-6BA1E2A4C4AD}" sibTransId="{2F81C71C-E4D5-4CF2-BF29-2D1597E31A74}"/>
    <dgm:cxn modelId="{551E04B7-3D7F-49BC-B433-671386F78E42}" srcId="{AFE4B62D-4E2D-4198-ABAB-C09C368A66A3}" destId="{CF20E45C-5CE2-49E9-B86C-7142635C2B24}" srcOrd="2" destOrd="0" parTransId="{5ADD1CEC-C001-4639-9288-E36D50B6415D}" sibTransId="{55A3AE46-8EE3-4EA8-897A-4450DBF72FA9}"/>
    <dgm:cxn modelId="{C540D438-7F97-4B35-8092-7F1F7FD496EA}" type="presParOf" srcId="{AC665240-85BF-4E5E-B879-839D5495B8FA}" destId="{D6DF1FFF-3B15-4CD4-A379-B30C0529A276}" srcOrd="0" destOrd="0" presId="urn:microsoft.com/office/officeart/2005/8/layout/vList2"/>
    <dgm:cxn modelId="{D63AFC65-D514-468D-8454-F3AA2248C2B4}" type="presParOf" srcId="{AC665240-85BF-4E5E-B879-839D5495B8FA}" destId="{1F335993-9B96-405D-BC88-FEAE34D12DC1}" srcOrd="1" destOrd="0" presId="urn:microsoft.com/office/officeart/2005/8/layout/vList2"/>
    <dgm:cxn modelId="{2C74157D-7698-4B5D-9FC4-7DC40FDB3A79}" type="presParOf" srcId="{AC665240-85BF-4E5E-B879-839D5495B8FA}" destId="{A713DFAB-E5CA-4AB7-A2C8-99F36F969CA3}" srcOrd="2" destOrd="0" presId="urn:microsoft.com/office/officeart/2005/8/layout/vList2"/>
    <dgm:cxn modelId="{456490F3-DFB7-4A98-B5BD-EFC32B09C3A6}" type="presParOf" srcId="{AC665240-85BF-4E5E-B879-839D5495B8FA}" destId="{8DA320E4-94CB-49BD-8CAF-BEE3C5CC14DE}" srcOrd="3" destOrd="0" presId="urn:microsoft.com/office/officeart/2005/8/layout/vList2"/>
    <dgm:cxn modelId="{CF138B21-4F04-4AFF-9AFC-5A9FFA4CCB38}" type="presParOf" srcId="{AC665240-85BF-4E5E-B879-839D5495B8FA}" destId="{00CCF742-CBAC-4CD1-9BDB-5BFD0B834C3D}" srcOrd="4" destOrd="0" presId="urn:microsoft.com/office/officeart/2005/8/layout/vList2"/>
    <dgm:cxn modelId="{BED08736-492A-4E11-ABDD-A3CCED6E94C3}" type="presParOf" srcId="{AC665240-85BF-4E5E-B879-839D5495B8FA}" destId="{0B5A74EA-0856-4940-8FF4-4FA5324C32B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F77513-8B36-47B0-A0CA-D3D28B13B5F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6D321A-3657-4836-A017-714137E99695}">
      <dgm:prSet/>
      <dgm:spPr/>
      <dgm:t>
        <a:bodyPr/>
        <a:lstStyle/>
        <a:p>
          <a:r>
            <a:rPr lang="it-IT"/>
            <a:t>Introduce the concept of MORE likely</a:t>
          </a:r>
          <a:endParaRPr lang="en-US"/>
        </a:p>
      </dgm:t>
    </dgm:pt>
    <dgm:pt modelId="{2CA86815-A418-4C48-A108-47305AC32115}" type="parTrans" cxnId="{EE949C9B-3709-4EF2-90C6-CC494DD4484B}">
      <dgm:prSet/>
      <dgm:spPr/>
      <dgm:t>
        <a:bodyPr/>
        <a:lstStyle/>
        <a:p>
          <a:endParaRPr lang="en-US"/>
        </a:p>
      </dgm:t>
    </dgm:pt>
    <dgm:pt modelId="{4FBA8A73-DAD0-4EF5-8474-86A561FF61E6}" type="sibTrans" cxnId="{EE949C9B-3709-4EF2-90C6-CC494DD4484B}">
      <dgm:prSet/>
      <dgm:spPr/>
      <dgm:t>
        <a:bodyPr/>
        <a:lstStyle/>
        <a:p>
          <a:endParaRPr lang="en-US"/>
        </a:p>
      </dgm:t>
    </dgm:pt>
    <dgm:pt modelId="{E030C088-598A-447F-9765-0CB6E60A2E6A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bag</a:t>
          </a:r>
          <a:r>
            <a:rPr lang="it-IT" dirty="0">
              <a:solidFill>
                <a:schemeClr val="tx2"/>
              </a:solidFill>
            </a:rPr>
            <a:t> of </a:t>
          </a:r>
          <a:r>
            <a:rPr lang="it-IT" dirty="0" err="1">
              <a:solidFill>
                <a:schemeClr val="tx2"/>
              </a:solidFill>
            </a:rPr>
            <a:t>marbles</a:t>
          </a:r>
          <a:r>
            <a:rPr lang="it-IT" dirty="0">
              <a:solidFill>
                <a:schemeClr val="tx2"/>
              </a:solidFill>
            </a:rPr>
            <a:t> with 10 blue and 2 red -&gt; </a:t>
          </a:r>
          <a:r>
            <a:rPr lang="it-IT" dirty="0" err="1">
              <a:solidFill>
                <a:schemeClr val="tx2"/>
              </a:solidFill>
            </a:rPr>
            <a:t>what</a:t>
          </a:r>
          <a:r>
            <a:rPr lang="it-IT" dirty="0">
              <a:solidFill>
                <a:schemeClr val="tx2"/>
              </a:solidFill>
            </a:rPr>
            <a:t> are </a:t>
          </a:r>
          <a:r>
            <a:rPr lang="it-IT" dirty="0" err="1">
              <a:solidFill>
                <a:schemeClr val="tx2"/>
              </a:solidFill>
            </a:rPr>
            <a:t>we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going</a:t>
          </a:r>
          <a:r>
            <a:rPr lang="it-IT" dirty="0">
              <a:solidFill>
                <a:schemeClr val="tx2"/>
              </a:solidFill>
            </a:rPr>
            <a:t> to </a:t>
          </a:r>
          <a:r>
            <a:rPr lang="it-IT" dirty="0" err="1">
              <a:solidFill>
                <a:schemeClr val="tx2"/>
              </a:solidFill>
            </a:rPr>
            <a:t>draw</a:t>
          </a:r>
          <a:r>
            <a:rPr lang="it-IT" dirty="0">
              <a:solidFill>
                <a:schemeClr val="tx2"/>
              </a:solidFill>
            </a:rPr>
            <a:t>?</a:t>
          </a:r>
          <a:endParaRPr lang="en-US" dirty="0">
            <a:solidFill>
              <a:schemeClr val="tx2"/>
            </a:solidFill>
          </a:endParaRPr>
        </a:p>
      </dgm:t>
    </dgm:pt>
    <dgm:pt modelId="{662FBCAD-7081-4210-8F87-8C7FD6F11D1F}" type="parTrans" cxnId="{DCF6DEE8-F550-4EC7-BDC7-143783E17257}">
      <dgm:prSet/>
      <dgm:spPr/>
      <dgm:t>
        <a:bodyPr/>
        <a:lstStyle/>
        <a:p>
          <a:endParaRPr lang="en-US"/>
        </a:p>
      </dgm:t>
    </dgm:pt>
    <dgm:pt modelId="{DFF5C40D-E432-4D14-A7F9-5E20829D70A7}" type="sibTrans" cxnId="{DCF6DEE8-F550-4EC7-BDC7-143783E17257}">
      <dgm:prSet/>
      <dgm:spPr/>
      <dgm:t>
        <a:bodyPr/>
        <a:lstStyle/>
        <a:p>
          <a:endParaRPr lang="en-US"/>
        </a:p>
      </dgm:t>
    </dgm:pt>
    <dgm:pt modelId="{F097DC37-FD70-436A-A6E2-9DDA8D44733F}">
      <dgm:prSet/>
      <dgm:spPr/>
      <dgm:t>
        <a:bodyPr/>
        <a:lstStyle/>
        <a:p>
          <a:r>
            <a:rPr lang="nb-NO"/>
            <a:t>Throw of TWO DICE</a:t>
          </a:r>
          <a:endParaRPr lang="en-US"/>
        </a:p>
      </dgm:t>
    </dgm:pt>
    <dgm:pt modelId="{DD3A845C-605C-4B54-BC85-F2ABB34DBE02}" type="parTrans" cxnId="{6AB6DFBA-1DD2-4506-8ABC-764EDD9FBF0F}">
      <dgm:prSet/>
      <dgm:spPr/>
      <dgm:t>
        <a:bodyPr/>
        <a:lstStyle/>
        <a:p>
          <a:endParaRPr lang="en-US"/>
        </a:p>
      </dgm:t>
    </dgm:pt>
    <dgm:pt modelId="{1A602851-B219-43CF-8A9C-81264FB52272}" type="sibTrans" cxnId="{6AB6DFBA-1DD2-4506-8ABC-764EDD9FBF0F}">
      <dgm:prSet/>
      <dgm:spPr/>
      <dgm:t>
        <a:bodyPr/>
        <a:lstStyle/>
        <a:p>
          <a:endParaRPr lang="en-US"/>
        </a:p>
      </dgm:t>
    </dgm:pt>
    <dgm:pt modelId="{821F6F50-3319-491A-9724-4AAB6DA9710F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discuss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about</a:t>
          </a:r>
          <a:r>
            <a:rPr lang="it-IT" dirty="0">
              <a:solidFill>
                <a:schemeClr val="tx2"/>
              </a:solidFill>
            </a:rPr>
            <a:t> the </a:t>
          </a:r>
          <a:r>
            <a:rPr lang="it-IT" dirty="0" err="1">
              <a:solidFill>
                <a:schemeClr val="tx2"/>
              </a:solidFill>
            </a:rPr>
            <a:t>probabilities</a:t>
          </a:r>
          <a:r>
            <a:rPr lang="it-IT" dirty="0">
              <a:solidFill>
                <a:schemeClr val="tx2"/>
              </a:solidFill>
            </a:rPr>
            <a:t> of </a:t>
          </a:r>
          <a:r>
            <a:rPr lang="it-IT" dirty="0" err="1">
              <a:solidFill>
                <a:schemeClr val="tx2"/>
              </a:solidFill>
            </a:rPr>
            <a:t>each</a:t>
          </a:r>
          <a:r>
            <a:rPr lang="it-IT" dirty="0">
              <a:solidFill>
                <a:schemeClr val="tx2"/>
              </a:solidFill>
            </a:rPr>
            <a:t> sum </a:t>
          </a:r>
          <a:r>
            <a:rPr lang="it-IT" dirty="0" err="1">
              <a:solidFill>
                <a:schemeClr val="tx2"/>
              </a:solidFill>
            </a:rPr>
            <a:t>combination</a:t>
          </a:r>
          <a:r>
            <a:rPr lang="it-IT" dirty="0">
              <a:solidFill>
                <a:schemeClr val="tx2"/>
              </a:solidFill>
            </a:rPr>
            <a:t> -&gt;are </a:t>
          </a:r>
          <a:r>
            <a:rPr lang="it-IT" dirty="0" err="1">
              <a:solidFill>
                <a:schemeClr val="tx2"/>
              </a:solidFill>
            </a:rPr>
            <a:t>they</a:t>
          </a:r>
          <a:r>
            <a:rPr lang="it-IT" dirty="0">
              <a:solidFill>
                <a:schemeClr val="tx2"/>
              </a:solidFill>
            </a:rPr>
            <a:t> the </a:t>
          </a:r>
          <a:r>
            <a:rPr lang="it-IT" dirty="0" err="1">
              <a:solidFill>
                <a:schemeClr val="tx2"/>
              </a:solidFill>
            </a:rPr>
            <a:t>same</a:t>
          </a:r>
          <a:r>
            <a:rPr lang="it-IT" dirty="0">
              <a:solidFill>
                <a:schemeClr val="tx2"/>
              </a:solidFill>
            </a:rPr>
            <a:t> of </a:t>
          </a:r>
          <a:r>
            <a:rPr lang="it-IT" dirty="0" err="1">
              <a:solidFill>
                <a:schemeClr val="tx2"/>
              </a:solidFill>
            </a:rPr>
            <a:t>is</a:t>
          </a:r>
          <a:r>
            <a:rPr lang="it-IT" dirty="0">
              <a:solidFill>
                <a:schemeClr val="tx2"/>
              </a:solidFill>
            </a:rPr>
            <a:t> one </a:t>
          </a:r>
          <a:r>
            <a:rPr lang="it-IT" dirty="0" err="1">
              <a:solidFill>
                <a:schemeClr val="tx2"/>
              </a:solidFill>
            </a:rPr>
            <a:t>number</a:t>
          </a:r>
          <a:r>
            <a:rPr lang="it-IT" dirty="0">
              <a:solidFill>
                <a:schemeClr val="tx2"/>
              </a:solidFill>
            </a:rPr>
            <a:t> more </a:t>
          </a:r>
          <a:r>
            <a:rPr lang="it-IT" dirty="0" err="1">
              <a:solidFill>
                <a:schemeClr val="tx2"/>
              </a:solidFill>
            </a:rPr>
            <a:t>likely</a:t>
          </a:r>
          <a:r>
            <a:rPr lang="it-IT" dirty="0">
              <a:solidFill>
                <a:schemeClr val="tx2"/>
              </a:solidFill>
            </a:rPr>
            <a:t>?</a:t>
          </a:r>
          <a:endParaRPr lang="en-US" dirty="0">
            <a:solidFill>
              <a:schemeClr val="tx2"/>
            </a:solidFill>
          </a:endParaRPr>
        </a:p>
      </dgm:t>
    </dgm:pt>
    <dgm:pt modelId="{F6D3913D-1EC4-4E83-AD4D-4CA878D0A77A}" type="parTrans" cxnId="{760AC7D4-3DF0-45E7-8F67-6544C9BCDF8C}">
      <dgm:prSet/>
      <dgm:spPr/>
      <dgm:t>
        <a:bodyPr/>
        <a:lstStyle/>
        <a:p>
          <a:endParaRPr lang="en-US"/>
        </a:p>
      </dgm:t>
    </dgm:pt>
    <dgm:pt modelId="{B0C78CEE-D288-4B6F-8A40-8988425D9AF9}" type="sibTrans" cxnId="{760AC7D4-3DF0-45E7-8F67-6544C9BCDF8C}">
      <dgm:prSet/>
      <dgm:spPr/>
      <dgm:t>
        <a:bodyPr/>
        <a:lstStyle/>
        <a:p>
          <a:endParaRPr lang="en-US"/>
        </a:p>
      </dgm:t>
    </dgm:pt>
    <dgm:pt modelId="{76F4BFB7-7463-4815-82A5-B3E116ADD159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draw</a:t>
          </a:r>
          <a:r>
            <a:rPr lang="it-IT" dirty="0">
              <a:solidFill>
                <a:schemeClr val="tx2"/>
              </a:solidFill>
            </a:rPr>
            <a:t> a board of </a:t>
          </a:r>
          <a:r>
            <a:rPr lang="it-IT" dirty="0" err="1">
              <a:solidFill>
                <a:schemeClr val="tx2"/>
              </a:solidFill>
            </a:rPr>
            <a:t>all</a:t>
          </a:r>
          <a:r>
            <a:rPr lang="it-IT" dirty="0">
              <a:solidFill>
                <a:schemeClr val="tx2"/>
              </a:solidFill>
            </a:rPr>
            <a:t> 36 </a:t>
          </a:r>
          <a:r>
            <a:rPr lang="it-IT" dirty="0" err="1">
              <a:solidFill>
                <a:schemeClr val="tx2"/>
              </a:solidFill>
            </a:rPr>
            <a:t>combinations</a:t>
          </a:r>
          <a:endParaRPr lang="en-US" dirty="0">
            <a:solidFill>
              <a:schemeClr val="tx2"/>
            </a:solidFill>
          </a:endParaRPr>
        </a:p>
      </dgm:t>
    </dgm:pt>
    <dgm:pt modelId="{8EFF99CD-0CA3-43CA-9676-F0C472CDD964}" type="parTrans" cxnId="{596856AF-6C33-499A-9B7E-D192AC505A92}">
      <dgm:prSet/>
      <dgm:spPr/>
      <dgm:t>
        <a:bodyPr/>
        <a:lstStyle/>
        <a:p>
          <a:endParaRPr lang="en-US"/>
        </a:p>
      </dgm:t>
    </dgm:pt>
    <dgm:pt modelId="{4DE3A169-5193-468D-BACB-1E2E01C5E0DB}" type="sibTrans" cxnId="{596856AF-6C33-499A-9B7E-D192AC505A92}">
      <dgm:prSet/>
      <dgm:spPr/>
      <dgm:t>
        <a:bodyPr/>
        <a:lstStyle/>
        <a:p>
          <a:endParaRPr lang="en-US"/>
        </a:p>
      </dgm:t>
    </dgm:pt>
    <dgm:pt modelId="{0E2C3F64-9202-4A8F-91F7-00E05F4AAC95}">
      <dgm:prSet/>
      <dgm:spPr/>
      <dgm:t>
        <a:bodyPr/>
        <a:lstStyle/>
        <a:p>
          <a:r>
            <a:rPr lang="it-IT"/>
            <a:t>EXPERIMENT</a:t>
          </a:r>
          <a:endParaRPr lang="en-US"/>
        </a:p>
      </dgm:t>
    </dgm:pt>
    <dgm:pt modelId="{1C732F9D-FF60-4F3F-8F75-2E09743D5DEB}" type="parTrans" cxnId="{C75F6E8C-1746-4628-B421-3A9D7C5C2297}">
      <dgm:prSet/>
      <dgm:spPr/>
      <dgm:t>
        <a:bodyPr/>
        <a:lstStyle/>
        <a:p>
          <a:endParaRPr lang="en-US"/>
        </a:p>
      </dgm:t>
    </dgm:pt>
    <dgm:pt modelId="{7DAF38AC-7FC1-4B7F-8776-D95910778A31}" type="sibTrans" cxnId="{C75F6E8C-1746-4628-B421-3A9D7C5C2297}">
      <dgm:prSet/>
      <dgm:spPr/>
      <dgm:t>
        <a:bodyPr/>
        <a:lstStyle/>
        <a:p>
          <a:endParaRPr lang="en-US"/>
        </a:p>
      </dgm:t>
    </dgm:pt>
    <dgm:pt modelId="{0F6598A3-D2E2-4778-93F7-66F254BCF51C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work in PAIRS: </a:t>
          </a:r>
          <a:r>
            <a:rPr lang="it-IT" dirty="0" err="1">
              <a:solidFill>
                <a:schemeClr val="tx2"/>
              </a:solidFill>
            </a:rPr>
            <a:t>throw</a:t>
          </a:r>
          <a:r>
            <a:rPr lang="it-IT" dirty="0">
              <a:solidFill>
                <a:schemeClr val="tx2"/>
              </a:solidFill>
            </a:rPr>
            <a:t> one dice </a:t>
          </a:r>
          <a:r>
            <a:rPr lang="it-IT" dirty="0" err="1">
              <a:solidFill>
                <a:schemeClr val="tx2"/>
              </a:solidFill>
            </a:rPr>
            <a:t>each</a:t>
          </a:r>
          <a:r>
            <a:rPr lang="it-IT" dirty="0">
              <a:solidFill>
                <a:schemeClr val="tx2"/>
              </a:solidFill>
            </a:rPr>
            <a:t>, </a:t>
          </a:r>
          <a:r>
            <a:rPr lang="it-IT" dirty="0" err="1">
              <a:solidFill>
                <a:schemeClr val="tx2"/>
              </a:solidFill>
            </a:rPr>
            <a:t>then</a:t>
          </a:r>
          <a:r>
            <a:rPr lang="it-IT" dirty="0">
              <a:solidFill>
                <a:schemeClr val="tx2"/>
              </a:solidFill>
            </a:rPr>
            <a:t> sum and </a:t>
          </a:r>
          <a:r>
            <a:rPr lang="it-IT" dirty="0" err="1">
              <a:solidFill>
                <a:schemeClr val="tx2"/>
              </a:solidFill>
            </a:rPr>
            <a:t>collect</a:t>
          </a:r>
          <a:r>
            <a:rPr lang="it-IT" dirty="0">
              <a:solidFill>
                <a:schemeClr val="tx2"/>
              </a:solidFill>
            </a:rPr>
            <a:t> the </a:t>
          </a:r>
          <a:r>
            <a:rPr lang="it-IT" dirty="0" err="1">
              <a:solidFill>
                <a:schemeClr val="tx2"/>
              </a:solidFill>
            </a:rPr>
            <a:t>numbers</a:t>
          </a:r>
          <a:endParaRPr lang="en-US" dirty="0">
            <a:solidFill>
              <a:schemeClr val="tx2"/>
            </a:solidFill>
          </a:endParaRPr>
        </a:p>
      </dgm:t>
    </dgm:pt>
    <dgm:pt modelId="{B0A572D6-B9F6-48F5-A76B-CA57F7D969CD}" type="parTrans" cxnId="{7125332F-9F24-44A7-A905-0D68ED265A4F}">
      <dgm:prSet/>
      <dgm:spPr/>
      <dgm:t>
        <a:bodyPr/>
        <a:lstStyle/>
        <a:p>
          <a:endParaRPr lang="en-US"/>
        </a:p>
      </dgm:t>
    </dgm:pt>
    <dgm:pt modelId="{B6020E2B-82EA-4524-9C14-1FC1449B8630}" type="sibTrans" cxnId="{7125332F-9F24-44A7-A905-0D68ED265A4F}">
      <dgm:prSet/>
      <dgm:spPr/>
      <dgm:t>
        <a:bodyPr/>
        <a:lstStyle/>
        <a:p>
          <a:endParaRPr lang="en-US"/>
        </a:p>
      </dgm:t>
    </dgm:pt>
    <dgm:pt modelId="{D980F87B-F4D3-4C70-837B-A1E29B2E62D1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new board with </a:t>
          </a:r>
          <a:r>
            <a:rPr lang="it-IT" dirty="0" err="1">
              <a:solidFill>
                <a:schemeClr val="tx2"/>
              </a:solidFill>
            </a:rPr>
            <a:t>columns</a:t>
          </a:r>
          <a:r>
            <a:rPr lang="it-IT" dirty="0">
              <a:solidFill>
                <a:schemeClr val="tx2"/>
              </a:solidFill>
            </a:rPr>
            <a:t>: </a:t>
          </a:r>
          <a:r>
            <a:rPr lang="it-IT" dirty="0" err="1">
              <a:solidFill>
                <a:schemeClr val="tx2"/>
              </a:solidFill>
            </a:rPr>
            <a:t>insert</a:t>
          </a:r>
          <a:r>
            <a:rPr lang="it-IT" dirty="0">
              <a:solidFill>
                <a:schemeClr val="tx2"/>
              </a:solidFill>
            </a:rPr>
            <a:t> a token or </a:t>
          </a:r>
          <a:r>
            <a:rPr lang="it-IT" dirty="0" err="1">
              <a:solidFill>
                <a:schemeClr val="tx2"/>
              </a:solidFill>
            </a:rPr>
            <a:t>draw</a:t>
          </a:r>
          <a:r>
            <a:rPr lang="it-IT" dirty="0">
              <a:solidFill>
                <a:schemeClr val="tx2"/>
              </a:solidFill>
            </a:rPr>
            <a:t> a point for </a:t>
          </a:r>
          <a:r>
            <a:rPr lang="it-IT" dirty="0" err="1">
              <a:solidFill>
                <a:schemeClr val="tx2"/>
              </a:solidFill>
            </a:rPr>
            <a:t>every</a:t>
          </a:r>
          <a:r>
            <a:rPr lang="it-IT" dirty="0">
              <a:solidFill>
                <a:schemeClr val="tx2"/>
              </a:solidFill>
            </a:rPr>
            <a:t> time a </a:t>
          </a:r>
          <a:r>
            <a:rPr lang="it-IT" dirty="0" err="1">
              <a:solidFill>
                <a:schemeClr val="tx2"/>
              </a:solidFill>
            </a:rPr>
            <a:t>summed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number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comes</a:t>
          </a:r>
          <a:r>
            <a:rPr lang="it-IT" dirty="0">
              <a:solidFill>
                <a:schemeClr val="tx2"/>
              </a:solidFill>
            </a:rPr>
            <a:t> up</a:t>
          </a:r>
          <a:endParaRPr lang="en-US" dirty="0">
            <a:solidFill>
              <a:schemeClr val="tx2"/>
            </a:solidFill>
          </a:endParaRPr>
        </a:p>
      </dgm:t>
    </dgm:pt>
    <dgm:pt modelId="{C8C496B2-A955-4C1E-B8FE-72AAD2340A53}" type="parTrans" cxnId="{86051C77-BA36-4512-9D79-4364272A3C93}">
      <dgm:prSet/>
      <dgm:spPr/>
      <dgm:t>
        <a:bodyPr/>
        <a:lstStyle/>
        <a:p>
          <a:endParaRPr lang="en-US"/>
        </a:p>
      </dgm:t>
    </dgm:pt>
    <dgm:pt modelId="{598C2211-1ADD-4E46-8A64-C36E8E8617B8}" type="sibTrans" cxnId="{86051C77-BA36-4512-9D79-4364272A3C93}">
      <dgm:prSet/>
      <dgm:spPr/>
      <dgm:t>
        <a:bodyPr/>
        <a:lstStyle/>
        <a:p>
          <a:endParaRPr lang="en-US"/>
        </a:p>
      </dgm:t>
    </dgm:pt>
    <dgm:pt modelId="{FD6DA9DC-AEB3-44EF-B839-F6451D9E5C47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show </a:t>
          </a:r>
          <a:r>
            <a:rPr lang="it-IT" dirty="0" err="1">
              <a:solidFill>
                <a:schemeClr val="tx2"/>
              </a:solidFill>
            </a:rPr>
            <a:t>that</a:t>
          </a:r>
          <a:r>
            <a:rPr lang="it-IT" dirty="0">
              <a:solidFill>
                <a:schemeClr val="tx2"/>
              </a:solidFill>
            </a:rPr>
            <a:t> 7 </a:t>
          </a:r>
          <a:r>
            <a:rPr lang="it-IT" dirty="0" err="1">
              <a:solidFill>
                <a:schemeClr val="tx2"/>
              </a:solidFill>
            </a:rPr>
            <a:t>is</a:t>
          </a:r>
          <a:r>
            <a:rPr lang="it-IT" dirty="0">
              <a:solidFill>
                <a:schemeClr val="tx2"/>
              </a:solidFill>
            </a:rPr>
            <a:t> more </a:t>
          </a:r>
          <a:r>
            <a:rPr lang="it-IT" dirty="0" err="1">
              <a:solidFill>
                <a:schemeClr val="tx2"/>
              </a:solidFill>
            </a:rPr>
            <a:t>likely</a:t>
          </a:r>
          <a:r>
            <a:rPr lang="it-IT" dirty="0">
              <a:solidFill>
                <a:schemeClr val="tx2"/>
              </a:solidFill>
            </a:rPr>
            <a:t>, 2 and 12 are the </a:t>
          </a:r>
          <a:r>
            <a:rPr lang="it-IT" dirty="0" err="1">
              <a:solidFill>
                <a:schemeClr val="tx2"/>
              </a:solidFill>
            </a:rPr>
            <a:t>least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likely</a:t>
          </a:r>
          <a:endParaRPr lang="en-US" dirty="0">
            <a:solidFill>
              <a:schemeClr val="tx2"/>
            </a:solidFill>
          </a:endParaRPr>
        </a:p>
      </dgm:t>
    </dgm:pt>
    <dgm:pt modelId="{7F346DC1-14B1-490C-82A5-54E4795D9E19}" type="parTrans" cxnId="{71587964-92AB-46DD-BB89-6EF81139A3F0}">
      <dgm:prSet/>
      <dgm:spPr/>
      <dgm:t>
        <a:bodyPr/>
        <a:lstStyle/>
        <a:p>
          <a:endParaRPr lang="en-US"/>
        </a:p>
      </dgm:t>
    </dgm:pt>
    <dgm:pt modelId="{8D0D3095-42F0-41DA-B6A5-3C392A38AD07}" type="sibTrans" cxnId="{71587964-92AB-46DD-BB89-6EF81139A3F0}">
      <dgm:prSet/>
      <dgm:spPr/>
      <dgm:t>
        <a:bodyPr/>
        <a:lstStyle/>
        <a:p>
          <a:endParaRPr lang="en-US"/>
        </a:p>
      </dgm:t>
    </dgm:pt>
    <dgm:pt modelId="{648B6C9E-9704-45C9-803A-BEBFD488DABB}" type="pres">
      <dgm:prSet presAssocID="{24F77513-8B36-47B0-A0CA-D3D28B13B5F0}" presName="linear" presStyleCnt="0">
        <dgm:presLayoutVars>
          <dgm:animLvl val="lvl"/>
          <dgm:resizeHandles val="exact"/>
        </dgm:presLayoutVars>
      </dgm:prSet>
      <dgm:spPr/>
    </dgm:pt>
    <dgm:pt modelId="{8120C174-5124-4C61-B30D-2C41F8DF90F8}" type="pres">
      <dgm:prSet presAssocID="{4E6D321A-3657-4836-A017-714137E996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283E81-D122-48DA-B292-AEE8B17A00CA}" type="pres">
      <dgm:prSet presAssocID="{4E6D321A-3657-4836-A017-714137E99695}" presName="childText" presStyleLbl="revTx" presStyleIdx="0" presStyleCnt="3">
        <dgm:presLayoutVars>
          <dgm:bulletEnabled val="1"/>
        </dgm:presLayoutVars>
      </dgm:prSet>
      <dgm:spPr/>
    </dgm:pt>
    <dgm:pt modelId="{5006283A-56C7-4099-B686-C06C4BAEAB24}" type="pres">
      <dgm:prSet presAssocID="{F097DC37-FD70-436A-A6E2-9DDA8D44733F}" presName="parentText" presStyleLbl="node1" presStyleIdx="1" presStyleCnt="3" custLinFactNeighborX="49" custLinFactNeighborY="-1582">
        <dgm:presLayoutVars>
          <dgm:chMax val="0"/>
          <dgm:bulletEnabled val="1"/>
        </dgm:presLayoutVars>
      </dgm:prSet>
      <dgm:spPr/>
    </dgm:pt>
    <dgm:pt modelId="{A65FECC5-097E-4F24-8B3F-8197752656FE}" type="pres">
      <dgm:prSet presAssocID="{F097DC37-FD70-436A-A6E2-9DDA8D44733F}" presName="childText" presStyleLbl="revTx" presStyleIdx="1" presStyleCnt="3">
        <dgm:presLayoutVars>
          <dgm:bulletEnabled val="1"/>
        </dgm:presLayoutVars>
      </dgm:prSet>
      <dgm:spPr/>
    </dgm:pt>
    <dgm:pt modelId="{BB7EB3C3-EE63-4B73-9EC7-0CB5B1AE496B}" type="pres">
      <dgm:prSet presAssocID="{0E2C3F64-9202-4A8F-91F7-00E05F4AAC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A6DC51F-F0BF-4FA0-B4CA-8ED909C7448F}" type="pres">
      <dgm:prSet presAssocID="{0E2C3F64-9202-4A8F-91F7-00E05F4AAC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7CD4C01-95C8-4245-831E-DCC0218CF877}" type="presOf" srcId="{FD6DA9DC-AEB3-44EF-B839-F6451D9E5C47}" destId="{1A6DC51F-F0BF-4FA0-B4CA-8ED909C7448F}" srcOrd="0" destOrd="2" presId="urn:microsoft.com/office/officeart/2005/8/layout/vList2"/>
    <dgm:cxn modelId="{7125332F-9F24-44A7-A905-0D68ED265A4F}" srcId="{0E2C3F64-9202-4A8F-91F7-00E05F4AAC95}" destId="{0F6598A3-D2E2-4778-93F7-66F254BCF51C}" srcOrd="0" destOrd="0" parTransId="{B0A572D6-B9F6-48F5-A76B-CA57F7D969CD}" sibTransId="{B6020E2B-82EA-4524-9C14-1FC1449B8630}"/>
    <dgm:cxn modelId="{71587964-92AB-46DD-BB89-6EF81139A3F0}" srcId="{0E2C3F64-9202-4A8F-91F7-00E05F4AAC95}" destId="{FD6DA9DC-AEB3-44EF-B839-F6451D9E5C47}" srcOrd="2" destOrd="0" parTransId="{7F346DC1-14B1-490C-82A5-54E4795D9E19}" sibTransId="{8D0D3095-42F0-41DA-B6A5-3C392A38AD07}"/>
    <dgm:cxn modelId="{29E98C4A-A046-48FE-A24B-6BC4DC705D85}" type="presOf" srcId="{821F6F50-3319-491A-9724-4AAB6DA9710F}" destId="{A65FECC5-097E-4F24-8B3F-8197752656FE}" srcOrd="0" destOrd="0" presId="urn:microsoft.com/office/officeart/2005/8/layout/vList2"/>
    <dgm:cxn modelId="{8C140D53-75DC-429B-8601-8BFE2E899565}" type="presOf" srcId="{E030C088-598A-447F-9765-0CB6E60A2E6A}" destId="{FF283E81-D122-48DA-B292-AEE8B17A00CA}" srcOrd="0" destOrd="0" presId="urn:microsoft.com/office/officeart/2005/8/layout/vList2"/>
    <dgm:cxn modelId="{86051C77-BA36-4512-9D79-4364272A3C93}" srcId="{0E2C3F64-9202-4A8F-91F7-00E05F4AAC95}" destId="{D980F87B-F4D3-4C70-837B-A1E29B2E62D1}" srcOrd="1" destOrd="0" parTransId="{C8C496B2-A955-4C1E-B8FE-72AAD2340A53}" sibTransId="{598C2211-1ADD-4E46-8A64-C36E8E8617B8}"/>
    <dgm:cxn modelId="{3DF87181-BF48-468F-8142-9EF2B9200CDA}" type="presOf" srcId="{76F4BFB7-7463-4815-82A5-B3E116ADD159}" destId="{A65FECC5-097E-4F24-8B3F-8197752656FE}" srcOrd="0" destOrd="1" presId="urn:microsoft.com/office/officeart/2005/8/layout/vList2"/>
    <dgm:cxn modelId="{92C97D8A-106E-45CF-A840-EC1F4C62247F}" type="presOf" srcId="{24F77513-8B36-47B0-A0CA-D3D28B13B5F0}" destId="{648B6C9E-9704-45C9-803A-BEBFD488DABB}" srcOrd="0" destOrd="0" presId="urn:microsoft.com/office/officeart/2005/8/layout/vList2"/>
    <dgm:cxn modelId="{8BFDE48A-09EB-4113-BB21-52BCF3870386}" type="presOf" srcId="{0F6598A3-D2E2-4778-93F7-66F254BCF51C}" destId="{1A6DC51F-F0BF-4FA0-B4CA-8ED909C7448F}" srcOrd="0" destOrd="0" presId="urn:microsoft.com/office/officeart/2005/8/layout/vList2"/>
    <dgm:cxn modelId="{C75F6E8C-1746-4628-B421-3A9D7C5C2297}" srcId="{24F77513-8B36-47B0-A0CA-D3D28B13B5F0}" destId="{0E2C3F64-9202-4A8F-91F7-00E05F4AAC95}" srcOrd="2" destOrd="0" parTransId="{1C732F9D-FF60-4F3F-8F75-2E09743D5DEB}" sibTransId="{7DAF38AC-7FC1-4B7F-8776-D95910778A31}"/>
    <dgm:cxn modelId="{341B4095-A178-4852-9D67-FF7191DE4CA9}" type="presOf" srcId="{F097DC37-FD70-436A-A6E2-9DDA8D44733F}" destId="{5006283A-56C7-4099-B686-C06C4BAEAB24}" srcOrd="0" destOrd="0" presId="urn:microsoft.com/office/officeart/2005/8/layout/vList2"/>
    <dgm:cxn modelId="{EE949C9B-3709-4EF2-90C6-CC494DD4484B}" srcId="{24F77513-8B36-47B0-A0CA-D3D28B13B5F0}" destId="{4E6D321A-3657-4836-A017-714137E99695}" srcOrd="0" destOrd="0" parTransId="{2CA86815-A418-4C48-A108-47305AC32115}" sibTransId="{4FBA8A73-DAD0-4EF5-8474-86A561FF61E6}"/>
    <dgm:cxn modelId="{596856AF-6C33-499A-9B7E-D192AC505A92}" srcId="{F097DC37-FD70-436A-A6E2-9DDA8D44733F}" destId="{76F4BFB7-7463-4815-82A5-B3E116ADD159}" srcOrd="1" destOrd="0" parTransId="{8EFF99CD-0CA3-43CA-9676-F0C472CDD964}" sibTransId="{4DE3A169-5193-468D-BACB-1E2E01C5E0DB}"/>
    <dgm:cxn modelId="{6AB6DFBA-1DD2-4506-8ABC-764EDD9FBF0F}" srcId="{24F77513-8B36-47B0-A0CA-D3D28B13B5F0}" destId="{F097DC37-FD70-436A-A6E2-9DDA8D44733F}" srcOrd="1" destOrd="0" parTransId="{DD3A845C-605C-4B54-BC85-F2ABB34DBE02}" sibTransId="{1A602851-B219-43CF-8A9C-81264FB52272}"/>
    <dgm:cxn modelId="{760AC7D4-3DF0-45E7-8F67-6544C9BCDF8C}" srcId="{F097DC37-FD70-436A-A6E2-9DDA8D44733F}" destId="{821F6F50-3319-491A-9724-4AAB6DA9710F}" srcOrd="0" destOrd="0" parTransId="{F6D3913D-1EC4-4E83-AD4D-4CA878D0A77A}" sibTransId="{B0C78CEE-D288-4B6F-8A40-8988425D9AF9}"/>
    <dgm:cxn modelId="{387E6DD9-D09C-4149-90C9-5974F6F65E1A}" type="presOf" srcId="{D980F87B-F4D3-4C70-837B-A1E29B2E62D1}" destId="{1A6DC51F-F0BF-4FA0-B4CA-8ED909C7448F}" srcOrd="0" destOrd="1" presId="urn:microsoft.com/office/officeart/2005/8/layout/vList2"/>
    <dgm:cxn modelId="{41058EDB-5979-4A01-A012-CA138D9B92E0}" type="presOf" srcId="{0E2C3F64-9202-4A8F-91F7-00E05F4AAC95}" destId="{BB7EB3C3-EE63-4B73-9EC7-0CB5B1AE496B}" srcOrd="0" destOrd="0" presId="urn:microsoft.com/office/officeart/2005/8/layout/vList2"/>
    <dgm:cxn modelId="{61744EDC-3BBB-48EC-B124-6DF2FB3D37C4}" type="presOf" srcId="{4E6D321A-3657-4836-A017-714137E99695}" destId="{8120C174-5124-4C61-B30D-2C41F8DF90F8}" srcOrd="0" destOrd="0" presId="urn:microsoft.com/office/officeart/2005/8/layout/vList2"/>
    <dgm:cxn modelId="{DCF6DEE8-F550-4EC7-BDC7-143783E17257}" srcId="{4E6D321A-3657-4836-A017-714137E99695}" destId="{E030C088-598A-447F-9765-0CB6E60A2E6A}" srcOrd="0" destOrd="0" parTransId="{662FBCAD-7081-4210-8F87-8C7FD6F11D1F}" sibTransId="{DFF5C40D-E432-4D14-A7F9-5E20829D70A7}"/>
    <dgm:cxn modelId="{C4CD4DB8-7138-48B8-BA2F-E2A9A051E1E6}" type="presParOf" srcId="{648B6C9E-9704-45C9-803A-BEBFD488DABB}" destId="{8120C174-5124-4C61-B30D-2C41F8DF90F8}" srcOrd="0" destOrd="0" presId="urn:microsoft.com/office/officeart/2005/8/layout/vList2"/>
    <dgm:cxn modelId="{EA9A7572-1BDA-4B20-94A2-0137ABB4D1F1}" type="presParOf" srcId="{648B6C9E-9704-45C9-803A-BEBFD488DABB}" destId="{FF283E81-D122-48DA-B292-AEE8B17A00CA}" srcOrd="1" destOrd="0" presId="urn:microsoft.com/office/officeart/2005/8/layout/vList2"/>
    <dgm:cxn modelId="{B9596C23-43B7-4755-A2C7-E6BE5C0DC68B}" type="presParOf" srcId="{648B6C9E-9704-45C9-803A-BEBFD488DABB}" destId="{5006283A-56C7-4099-B686-C06C4BAEAB24}" srcOrd="2" destOrd="0" presId="urn:microsoft.com/office/officeart/2005/8/layout/vList2"/>
    <dgm:cxn modelId="{26C8A6B0-CF21-49C6-AF1F-FC9F605E6CE1}" type="presParOf" srcId="{648B6C9E-9704-45C9-803A-BEBFD488DABB}" destId="{A65FECC5-097E-4F24-8B3F-8197752656FE}" srcOrd="3" destOrd="0" presId="urn:microsoft.com/office/officeart/2005/8/layout/vList2"/>
    <dgm:cxn modelId="{D6653D13-C8DD-4253-9AA5-5C2D558066D6}" type="presParOf" srcId="{648B6C9E-9704-45C9-803A-BEBFD488DABB}" destId="{BB7EB3C3-EE63-4B73-9EC7-0CB5B1AE496B}" srcOrd="4" destOrd="0" presId="urn:microsoft.com/office/officeart/2005/8/layout/vList2"/>
    <dgm:cxn modelId="{A98C096F-799E-409C-A72B-1B3737E56FA1}" type="presParOf" srcId="{648B6C9E-9704-45C9-803A-BEBFD488DABB}" destId="{1A6DC51F-F0BF-4FA0-B4CA-8ED909C7448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1E557F-10D7-4CF2-8627-B2B4DA0ABA2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1A5165-A791-4247-A85A-891B13726EEF}">
      <dgm:prSet/>
      <dgm:spPr/>
      <dgm:t>
        <a:bodyPr/>
        <a:lstStyle/>
        <a:p>
          <a:r>
            <a:rPr lang="it-IT" dirty="0" err="1"/>
            <a:t>Probability</a:t>
          </a:r>
          <a:r>
            <a:rPr lang="it-IT" dirty="0"/>
            <a:t> </a:t>
          </a:r>
          <a:r>
            <a:rPr lang="it-IT" dirty="0" err="1"/>
            <a:t>measure</a:t>
          </a:r>
          <a:endParaRPr lang="en-US" dirty="0"/>
        </a:p>
      </dgm:t>
    </dgm:pt>
    <dgm:pt modelId="{4E615AF1-750E-416F-89A2-A763E85A754D}" type="parTrans" cxnId="{552A7C93-8FE8-4750-9FE8-2B433AAF7923}">
      <dgm:prSet/>
      <dgm:spPr/>
      <dgm:t>
        <a:bodyPr/>
        <a:lstStyle/>
        <a:p>
          <a:endParaRPr lang="en-US"/>
        </a:p>
      </dgm:t>
    </dgm:pt>
    <dgm:pt modelId="{42072490-0791-4094-8507-E655213B47DC}" type="sibTrans" cxnId="{552A7C93-8FE8-4750-9FE8-2B433AAF7923}">
      <dgm:prSet/>
      <dgm:spPr/>
      <dgm:t>
        <a:bodyPr/>
        <a:lstStyle/>
        <a:p>
          <a:endParaRPr lang="en-US"/>
        </a:p>
      </dgm:t>
    </dgm:pt>
    <dgm:pt modelId="{8F64F1D1-0464-4B42-A168-03D0CFC11A97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Concept of </a:t>
          </a:r>
          <a:r>
            <a:rPr lang="it-IT" dirty="0" err="1">
              <a:solidFill>
                <a:schemeClr val="tx2"/>
              </a:solidFill>
            </a:rPr>
            <a:t>how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likely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something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is</a:t>
          </a:r>
          <a:endParaRPr lang="en-US" dirty="0">
            <a:solidFill>
              <a:schemeClr val="tx2"/>
            </a:solidFill>
          </a:endParaRPr>
        </a:p>
      </dgm:t>
    </dgm:pt>
    <dgm:pt modelId="{A5178F85-6C95-4238-8E38-FC558B6BCDB4}" type="parTrans" cxnId="{1274880D-A1FA-4616-A4CA-2A3984390708}">
      <dgm:prSet/>
      <dgm:spPr/>
      <dgm:t>
        <a:bodyPr/>
        <a:lstStyle/>
        <a:p>
          <a:endParaRPr lang="en-US"/>
        </a:p>
      </dgm:t>
    </dgm:pt>
    <dgm:pt modelId="{0536CDB8-254E-491D-AA3D-85B784677929}" type="sibTrans" cxnId="{1274880D-A1FA-4616-A4CA-2A3984390708}">
      <dgm:prSet/>
      <dgm:spPr/>
      <dgm:t>
        <a:bodyPr/>
        <a:lstStyle/>
        <a:p>
          <a:endParaRPr lang="en-US"/>
        </a:p>
      </dgm:t>
    </dgm:pt>
    <dgm:pt modelId="{03086473-433E-4979-B36A-D8C81D63C1F3}">
      <dgm:prSet/>
      <dgm:spPr/>
      <dgm:t>
        <a:bodyPr/>
        <a:lstStyle/>
        <a:p>
          <a:r>
            <a:rPr lang="it-IT" dirty="0" err="1"/>
            <a:t>Probability</a:t>
          </a:r>
          <a:r>
            <a:rPr lang="it-IT" dirty="0"/>
            <a:t> Distribution</a:t>
          </a:r>
          <a:endParaRPr lang="en-US" dirty="0"/>
        </a:p>
      </dgm:t>
    </dgm:pt>
    <dgm:pt modelId="{CAA02479-6F2C-4610-A831-C54BE08C2678}" type="parTrans" cxnId="{02A545BF-A2F3-4E9D-9D57-2A825BE60DC1}">
      <dgm:prSet/>
      <dgm:spPr/>
      <dgm:t>
        <a:bodyPr/>
        <a:lstStyle/>
        <a:p>
          <a:endParaRPr lang="en-US"/>
        </a:p>
      </dgm:t>
    </dgm:pt>
    <dgm:pt modelId="{FEE0AA0F-F0BC-4AFE-8177-68494BA5FA8A}" type="sibTrans" cxnId="{02A545BF-A2F3-4E9D-9D57-2A825BE60DC1}">
      <dgm:prSet/>
      <dgm:spPr/>
      <dgm:t>
        <a:bodyPr/>
        <a:lstStyle/>
        <a:p>
          <a:endParaRPr lang="en-US"/>
        </a:p>
      </dgm:t>
    </dgm:pt>
    <dgm:pt modelId="{C6AE6865-23A2-403D-9D56-87CD5E64D608}">
      <dgm:prSet/>
      <dgm:spPr/>
      <dgm:t>
        <a:bodyPr/>
        <a:lstStyle/>
        <a:p>
          <a:r>
            <a:rPr lang="it-IT" dirty="0" err="1">
              <a:solidFill>
                <a:schemeClr val="tx2"/>
              </a:solidFill>
            </a:rPr>
            <a:t>Columns</a:t>
          </a:r>
          <a:r>
            <a:rPr lang="it-IT" dirty="0">
              <a:solidFill>
                <a:schemeClr val="tx2"/>
              </a:solidFill>
            </a:rPr>
            <a:t> with points</a:t>
          </a:r>
          <a:endParaRPr lang="en-US" dirty="0">
            <a:solidFill>
              <a:schemeClr val="tx2"/>
            </a:solidFill>
          </a:endParaRPr>
        </a:p>
      </dgm:t>
    </dgm:pt>
    <dgm:pt modelId="{6BCEF7AD-5056-4E7A-890A-C65DE16D98E4}" type="parTrans" cxnId="{421A1C4E-879C-4131-BADA-C830E3260F9C}">
      <dgm:prSet/>
      <dgm:spPr/>
      <dgm:t>
        <a:bodyPr/>
        <a:lstStyle/>
        <a:p>
          <a:endParaRPr lang="en-US"/>
        </a:p>
      </dgm:t>
    </dgm:pt>
    <dgm:pt modelId="{16C2EB55-134D-4D8E-BB27-EE0E4BB5888B}" type="sibTrans" cxnId="{421A1C4E-879C-4131-BADA-C830E3260F9C}">
      <dgm:prSet/>
      <dgm:spPr/>
      <dgm:t>
        <a:bodyPr/>
        <a:lstStyle/>
        <a:p>
          <a:endParaRPr lang="en-US"/>
        </a:p>
      </dgm:t>
    </dgm:pt>
    <dgm:pt modelId="{0ECFD337-F31F-4EE7-8097-516E24D3AD81}">
      <dgm:prSet/>
      <dgm:spPr/>
      <dgm:t>
        <a:bodyPr/>
        <a:lstStyle/>
        <a:p>
          <a:r>
            <a:rPr lang="it-IT" dirty="0"/>
            <a:t>Random </a:t>
          </a:r>
          <a:r>
            <a:rPr lang="it-IT" dirty="0" err="1"/>
            <a:t>Variable</a:t>
          </a:r>
          <a:r>
            <a:rPr lang="it-IT" dirty="0"/>
            <a:t> </a:t>
          </a:r>
          <a:endParaRPr lang="en-US" dirty="0"/>
        </a:p>
      </dgm:t>
    </dgm:pt>
    <dgm:pt modelId="{E455D380-60C4-4898-92D4-CBB203D52472}" type="parTrans" cxnId="{7D96BBE6-78AF-4F85-9655-5463E12FEA87}">
      <dgm:prSet/>
      <dgm:spPr/>
      <dgm:t>
        <a:bodyPr/>
        <a:lstStyle/>
        <a:p>
          <a:endParaRPr lang="en-US"/>
        </a:p>
      </dgm:t>
    </dgm:pt>
    <dgm:pt modelId="{848053CD-EE45-48B3-9851-2A8A53A1867F}" type="sibTrans" cxnId="{7D96BBE6-78AF-4F85-9655-5463E12FEA87}">
      <dgm:prSet/>
      <dgm:spPr/>
      <dgm:t>
        <a:bodyPr/>
        <a:lstStyle/>
        <a:p>
          <a:endParaRPr lang="en-US"/>
        </a:p>
      </dgm:t>
    </dgm:pt>
    <dgm:pt modelId="{0DBFB617-79D7-440D-A229-E25304EF4FB8}">
      <dgm:prSet/>
      <dgm:spPr/>
      <dgm:t>
        <a:bodyPr/>
        <a:lstStyle/>
        <a:p>
          <a:r>
            <a:rPr lang="it-IT" dirty="0">
              <a:solidFill>
                <a:schemeClr val="tx2"/>
              </a:solidFill>
            </a:rPr>
            <a:t>Layout of </a:t>
          </a:r>
          <a:r>
            <a:rPr lang="it-IT" dirty="0" err="1">
              <a:solidFill>
                <a:schemeClr val="tx2"/>
              </a:solidFill>
            </a:rPr>
            <a:t>all</a:t>
          </a:r>
          <a:r>
            <a:rPr lang="it-IT" dirty="0">
              <a:solidFill>
                <a:schemeClr val="tx2"/>
              </a:solidFill>
            </a:rPr>
            <a:t> </a:t>
          </a:r>
          <a:r>
            <a:rPr lang="it-IT" dirty="0" err="1">
              <a:solidFill>
                <a:schemeClr val="tx2"/>
              </a:solidFill>
            </a:rPr>
            <a:t>possible</a:t>
          </a:r>
          <a:r>
            <a:rPr lang="it-IT" dirty="0">
              <a:solidFill>
                <a:schemeClr val="tx2"/>
              </a:solidFill>
            </a:rPr>
            <a:t> events</a:t>
          </a:r>
          <a:endParaRPr lang="en-US" dirty="0">
            <a:solidFill>
              <a:schemeClr val="tx2"/>
            </a:solidFill>
          </a:endParaRPr>
        </a:p>
      </dgm:t>
    </dgm:pt>
    <dgm:pt modelId="{FF86D6DF-0AA5-4F0F-B222-E40EF481F376}" type="parTrans" cxnId="{03170E8D-C2D7-4F8A-94E6-0261FD40F2BB}">
      <dgm:prSet/>
      <dgm:spPr/>
      <dgm:t>
        <a:bodyPr/>
        <a:lstStyle/>
        <a:p>
          <a:endParaRPr lang="en-US"/>
        </a:p>
      </dgm:t>
    </dgm:pt>
    <dgm:pt modelId="{9875901B-E633-47DE-865A-98992CA60F88}" type="sibTrans" cxnId="{03170E8D-C2D7-4F8A-94E6-0261FD40F2BB}">
      <dgm:prSet/>
      <dgm:spPr/>
      <dgm:t>
        <a:bodyPr/>
        <a:lstStyle/>
        <a:p>
          <a:endParaRPr lang="en-US"/>
        </a:p>
      </dgm:t>
    </dgm:pt>
    <dgm:pt modelId="{623DC90C-5220-41A2-8F93-B32293E2F8D4}" type="pres">
      <dgm:prSet presAssocID="{721E557F-10D7-4CF2-8627-B2B4DA0ABA20}" presName="linear" presStyleCnt="0">
        <dgm:presLayoutVars>
          <dgm:dir/>
          <dgm:animLvl val="lvl"/>
          <dgm:resizeHandles val="exact"/>
        </dgm:presLayoutVars>
      </dgm:prSet>
      <dgm:spPr/>
    </dgm:pt>
    <dgm:pt modelId="{E71B585A-D996-4F79-971B-E96C3D804478}" type="pres">
      <dgm:prSet presAssocID="{D01A5165-A791-4247-A85A-891B13726EEF}" presName="parentLin" presStyleCnt="0"/>
      <dgm:spPr/>
    </dgm:pt>
    <dgm:pt modelId="{5BE10994-8FFD-4FA8-A51B-8EF9029D69E6}" type="pres">
      <dgm:prSet presAssocID="{D01A5165-A791-4247-A85A-891B13726EEF}" presName="parentLeftMargin" presStyleLbl="node1" presStyleIdx="0" presStyleCnt="3"/>
      <dgm:spPr/>
    </dgm:pt>
    <dgm:pt modelId="{7770855D-2D14-4D10-B261-3269732E2298}" type="pres">
      <dgm:prSet presAssocID="{D01A5165-A791-4247-A85A-891B13726E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4AB05E-7733-4BDD-8FB4-ED7C72502FF8}" type="pres">
      <dgm:prSet presAssocID="{D01A5165-A791-4247-A85A-891B13726EEF}" presName="negativeSpace" presStyleCnt="0"/>
      <dgm:spPr/>
    </dgm:pt>
    <dgm:pt modelId="{F2AD665B-4863-4FFC-A472-45966A4E19EF}" type="pres">
      <dgm:prSet presAssocID="{D01A5165-A791-4247-A85A-891B13726EEF}" presName="childText" presStyleLbl="conFgAcc1" presStyleIdx="0" presStyleCnt="3">
        <dgm:presLayoutVars>
          <dgm:bulletEnabled val="1"/>
        </dgm:presLayoutVars>
      </dgm:prSet>
      <dgm:spPr/>
    </dgm:pt>
    <dgm:pt modelId="{319578B6-1AB0-4F69-8818-5E3D1159B883}" type="pres">
      <dgm:prSet presAssocID="{42072490-0791-4094-8507-E655213B47DC}" presName="spaceBetweenRectangles" presStyleCnt="0"/>
      <dgm:spPr/>
    </dgm:pt>
    <dgm:pt modelId="{3B0741F5-4C5C-456D-8E12-64FC03686269}" type="pres">
      <dgm:prSet presAssocID="{03086473-433E-4979-B36A-D8C81D63C1F3}" presName="parentLin" presStyleCnt="0"/>
      <dgm:spPr/>
    </dgm:pt>
    <dgm:pt modelId="{348DACD1-4AC0-446E-B6D4-38C3E4F98FAC}" type="pres">
      <dgm:prSet presAssocID="{03086473-433E-4979-B36A-D8C81D63C1F3}" presName="parentLeftMargin" presStyleLbl="node1" presStyleIdx="0" presStyleCnt="3"/>
      <dgm:spPr/>
    </dgm:pt>
    <dgm:pt modelId="{74EA38A9-4E2D-4B59-B572-8C214E734E68}" type="pres">
      <dgm:prSet presAssocID="{03086473-433E-4979-B36A-D8C81D63C1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C195CB-20A4-405C-9ED7-23341671FCC4}" type="pres">
      <dgm:prSet presAssocID="{03086473-433E-4979-B36A-D8C81D63C1F3}" presName="negativeSpace" presStyleCnt="0"/>
      <dgm:spPr/>
    </dgm:pt>
    <dgm:pt modelId="{EC60FC1E-5B6C-4C1B-9631-09E7767F467D}" type="pres">
      <dgm:prSet presAssocID="{03086473-433E-4979-B36A-D8C81D63C1F3}" presName="childText" presStyleLbl="conFgAcc1" presStyleIdx="1" presStyleCnt="3">
        <dgm:presLayoutVars>
          <dgm:bulletEnabled val="1"/>
        </dgm:presLayoutVars>
      </dgm:prSet>
      <dgm:spPr/>
    </dgm:pt>
    <dgm:pt modelId="{0A96A656-CE95-4C5A-A6FF-EEF825CD0407}" type="pres">
      <dgm:prSet presAssocID="{FEE0AA0F-F0BC-4AFE-8177-68494BA5FA8A}" presName="spaceBetweenRectangles" presStyleCnt="0"/>
      <dgm:spPr/>
    </dgm:pt>
    <dgm:pt modelId="{29EDA20C-4A85-4D10-8835-C67210ABDCCD}" type="pres">
      <dgm:prSet presAssocID="{0ECFD337-F31F-4EE7-8097-516E24D3AD81}" presName="parentLin" presStyleCnt="0"/>
      <dgm:spPr/>
    </dgm:pt>
    <dgm:pt modelId="{0EB9DF42-15B1-4081-AC16-1033297F047E}" type="pres">
      <dgm:prSet presAssocID="{0ECFD337-F31F-4EE7-8097-516E24D3AD81}" presName="parentLeftMargin" presStyleLbl="node1" presStyleIdx="1" presStyleCnt="3"/>
      <dgm:spPr/>
    </dgm:pt>
    <dgm:pt modelId="{FBB04E5D-A7E3-47AD-B71F-56F94E0F64CE}" type="pres">
      <dgm:prSet presAssocID="{0ECFD337-F31F-4EE7-8097-516E24D3AD8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10BA441-6867-4941-8086-CA586513141A}" type="pres">
      <dgm:prSet presAssocID="{0ECFD337-F31F-4EE7-8097-516E24D3AD81}" presName="negativeSpace" presStyleCnt="0"/>
      <dgm:spPr/>
    </dgm:pt>
    <dgm:pt modelId="{DC55F695-5ACA-432D-927C-3C1DA319CB82}" type="pres">
      <dgm:prSet presAssocID="{0ECFD337-F31F-4EE7-8097-516E24D3AD8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274880D-A1FA-4616-A4CA-2A3984390708}" srcId="{D01A5165-A791-4247-A85A-891B13726EEF}" destId="{8F64F1D1-0464-4B42-A168-03D0CFC11A97}" srcOrd="0" destOrd="0" parTransId="{A5178F85-6C95-4238-8E38-FC558B6BCDB4}" sibTransId="{0536CDB8-254E-491D-AA3D-85B784677929}"/>
    <dgm:cxn modelId="{C1827C5E-CC35-4F2A-821C-8CBAF7B528B1}" type="presOf" srcId="{8F64F1D1-0464-4B42-A168-03D0CFC11A97}" destId="{F2AD665B-4863-4FFC-A472-45966A4E19EF}" srcOrd="0" destOrd="0" presId="urn:microsoft.com/office/officeart/2005/8/layout/list1"/>
    <dgm:cxn modelId="{1E0C7B64-76A2-4BAA-9294-BECEE1AB8A84}" type="presOf" srcId="{03086473-433E-4979-B36A-D8C81D63C1F3}" destId="{348DACD1-4AC0-446E-B6D4-38C3E4F98FAC}" srcOrd="0" destOrd="0" presId="urn:microsoft.com/office/officeart/2005/8/layout/list1"/>
    <dgm:cxn modelId="{F8635669-59BA-452D-A247-0C1EBFEA9A90}" type="presOf" srcId="{0DBFB617-79D7-440D-A229-E25304EF4FB8}" destId="{DC55F695-5ACA-432D-927C-3C1DA319CB82}" srcOrd="0" destOrd="0" presId="urn:microsoft.com/office/officeart/2005/8/layout/list1"/>
    <dgm:cxn modelId="{421A1C4E-879C-4131-BADA-C830E3260F9C}" srcId="{03086473-433E-4979-B36A-D8C81D63C1F3}" destId="{C6AE6865-23A2-403D-9D56-87CD5E64D608}" srcOrd="0" destOrd="0" parTransId="{6BCEF7AD-5056-4E7A-890A-C65DE16D98E4}" sibTransId="{16C2EB55-134D-4D8E-BB27-EE0E4BB5888B}"/>
    <dgm:cxn modelId="{355A5054-2FEF-4F60-8E91-1D594F32099B}" type="presOf" srcId="{D01A5165-A791-4247-A85A-891B13726EEF}" destId="{5BE10994-8FFD-4FA8-A51B-8EF9029D69E6}" srcOrd="0" destOrd="0" presId="urn:microsoft.com/office/officeart/2005/8/layout/list1"/>
    <dgm:cxn modelId="{03170E8D-C2D7-4F8A-94E6-0261FD40F2BB}" srcId="{0ECFD337-F31F-4EE7-8097-516E24D3AD81}" destId="{0DBFB617-79D7-440D-A229-E25304EF4FB8}" srcOrd="0" destOrd="0" parTransId="{FF86D6DF-0AA5-4F0F-B222-E40EF481F376}" sibTransId="{9875901B-E633-47DE-865A-98992CA60F88}"/>
    <dgm:cxn modelId="{552A7C93-8FE8-4750-9FE8-2B433AAF7923}" srcId="{721E557F-10D7-4CF2-8627-B2B4DA0ABA20}" destId="{D01A5165-A791-4247-A85A-891B13726EEF}" srcOrd="0" destOrd="0" parTransId="{4E615AF1-750E-416F-89A2-A763E85A754D}" sibTransId="{42072490-0791-4094-8507-E655213B47DC}"/>
    <dgm:cxn modelId="{2C5360A1-C100-4930-847D-748806D8A8FB}" type="presOf" srcId="{0ECFD337-F31F-4EE7-8097-516E24D3AD81}" destId="{FBB04E5D-A7E3-47AD-B71F-56F94E0F64CE}" srcOrd="1" destOrd="0" presId="urn:microsoft.com/office/officeart/2005/8/layout/list1"/>
    <dgm:cxn modelId="{50D16AB0-C8EE-4EFC-B9C1-D7BA50B70AFD}" type="presOf" srcId="{03086473-433E-4979-B36A-D8C81D63C1F3}" destId="{74EA38A9-4E2D-4B59-B572-8C214E734E68}" srcOrd="1" destOrd="0" presId="urn:microsoft.com/office/officeart/2005/8/layout/list1"/>
    <dgm:cxn modelId="{6F0F7BBC-3D14-4343-A7E3-D3E6849A4EFA}" type="presOf" srcId="{C6AE6865-23A2-403D-9D56-87CD5E64D608}" destId="{EC60FC1E-5B6C-4C1B-9631-09E7767F467D}" srcOrd="0" destOrd="0" presId="urn:microsoft.com/office/officeart/2005/8/layout/list1"/>
    <dgm:cxn modelId="{02A545BF-A2F3-4E9D-9D57-2A825BE60DC1}" srcId="{721E557F-10D7-4CF2-8627-B2B4DA0ABA20}" destId="{03086473-433E-4979-B36A-D8C81D63C1F3}" srcOrd="1" destOrd="0" parTransId="{CAA02479-6F2C-4610-A831-C54BE08C2678}" sibTransId="{FEE0AA0F-F0BC-4AFE-8177-68494BA5FA8A}"/>
    <dgm:cxn modelId="{2C345DC0-DEEC-46D5-B706-C7B497361849}" type="presOf" srcId="{721E557F-10D7-4CF2-8627-B2B4DA0ABA20}" destId="{623DC90C-5220-41A2-8F93-B32293E2F8D4}" srcOrd="0" destOrd="0" presId="urn:microsoft.com/office/officeart/2005/8/layout/list1"/>
    <dgm:cxn modelId="{7D96BBE6-78AF-4F85-9655-5463E12FEA87}" srcId="{721E557F-10D7-4CF2-8627-B2B4DA0ABA20}" destId="{0ECFD337-F31F-4EE7-8097-516E24D3AD81}" srcOrd="2" destOrd="0" parTransId="{E455D380-60C4-4898-92D4-CBB203D52472}" sibTransId="{848053CD-EE45-48B3-9851-2A8A53A1867F}"/>
    <dgm:cxn modelId="{E8CA99E8-F950-4786-B145-D572FAC0195E}" type="presOf" srcId="{D01A5165-A791-4247-A85A-891B13726EEF}" destId="{7770855D-2D14-4D10-B261-3269732E2298}" srcOrd="1" destOrd="0" presId="urn:microsoft.com/office/officeart/2005/8/layout/list1"/>
    <dgm:cxn modelId="{4B21FEF8-CD92-4A5D-9789-695798C8FB1E}" type="presOf" srcId="{0ECFD337-F31F-4EE7-8097-516E24D3AD81}" destId="{0EB9DF42-15B1-4081-AC16-1033297F047E}" srcOrd="0" destOrd="0" presId="urn:microsoft.com/office/officeart/2005/8/layout/list1"/>
    <dgm:cxn modelId="{82BD5853-34BF-4C3A-B06F-C03DA9A9E7A2}" type="presParOf" srcId="{623DC90C-5220-41A2-8F93-B32293E2F8D4}" destId="{E71B585A-D996-4F79-971B-E96C3D804478}" srcOrd="0" destOrd="0" presId="urn:microsoft.com/office/officeart/2005/8/layout/list1"/>
    <dgm:cxn modelId="{3F1FBC4D-C05C-43F4-963D-CDDB4EC6B21E}" type="presParOf" srcId="{E71B585A-D996-4F79-971B-E96C3D804478}" destId="{5BE10994-8FFD-4FA8-A51B-8EF9029D69E6}" srcOrd="0" destOrd="0" presId="urn:microsoft.com/office/officeart/2005/8/layout/list1"/>
    <dgm:cxn modelId="{3ABA077F-9935-450C-BD30-D65051F11767}" type="presParOf" srcId="{E71B585A-D996-4F79-971B-E96C3D804478}" destId="{7770855D-2D14-4D10-B261-3269732E2298}" srcOrd="1" destOrd="0" presId="urn:microsoft.com/office/officeart/2005/8/layout/list1"/>
    <dgm:cxn modelId="{00BD6FB0-E262-4834-99EE-90841E47ACF6}" type="presParOf" srcId="{623DC90C-5220-41A2-8F93-B32293E2F8D4}" destId="{1C4AB05E-7733-4BDD-8FB4-ED7C72502FF8}" srcOrd="1" destOrd="0" presId="urn:microsoft.com/office/officeart/2005/8/layout/list1"/>
    <dgm:cxn modelId="{90CD6508-59A7-46C3-8613-80B530726D5C}" type="presParOf" srcId="{623DC90C-5220-41A2-8F93-B32293E2F8D4}" destId="{F2AD665B-4863-4FFC-A472-45966A4E19EF}" srcOrd="2" destOrd="0" presId="urn:microsoft.com/office/officeart/2005/8/layout/list1"/>
    <dgm:cxn modelId="{55641DF8-4F57-4207-AC04-40B6AC305925}" type="presParOf" srcId="{623DC90C-5220-41A2-8F93-B32293E2F8D4}" destId="{319578B6-1AB0-4F69-8818-5E3D1159B883}" srcOrd="3" destOrd="0" presId="urn:microsoft.com/office/officeart/2005/8/layout/list1"/>
    <dgm:cxn modelId="{BCAB81B2-436B-4DDF-B2DD-B43819B71D57}" type="presParOf" srcId="{623DC90C-5220-41A2-8F93-B32293E2F8D4}" destId="{3B0741F5-4C5C-456D-8E12-64FC03686269}" srcOrd="4" destOrd="0" presId="urn:microsoft.com/office/officeart/2005/8/layout/list1"/>
    <dgm:cxn modelId="{2EF22CF6-35D7-4E50-8AA4-4A4968BAF2FF}" type="presParOf" srcId="{3B0741F5-4C5C-456D-8E12-64FC03686269}" destId="{348DACD1-4AC0-446E-B6D4-38C3E4F98FAC}" srcOrd="0" destOrd="0" presId="urn:microsoft.com/office/officeart/2005/8/layout/list1"/>
    <dgm:cxn modelId="{194DEDDE-7C40-4075-9767-0A42AEE14136}" type="presParOf" srcId="{3B0741F5-4C5C-456D-8E12-64FC03686269}" destId="{74EA38A9-4E2D-4B59-B572-8C214E734E68}" srcOrd="1" destOrd="0" presId="urn:microsoft.com/office/officeart/2005/8/layout/list1"/>
    <dgm:cxn modelId="{472F962D-5966-44E8-9CFD-4E13CE3F6EC5}" type="presParOf" srcId="{623DC90C-5220-41A2-8F93-B32293E2F8D4}" destId="{4BC195CB-20A4-405C-9ED7-23341671FCC4}" srcOrd="5" destOrd="0" presId="urn:microsoft.com/office/officeart/2005/8/layout/list1"/>
    <dgm:cxn modelId="{E993E5B1-1158-42B8-BB5F-6B380D7DA30D}" type="presParOf" srcId="{623DC90C-5220-41A2-8F93-B32293E2F8D4}" destId="{EC60FC1E-5B6C-4C1B-9631-09E7767F467D}" srcOrd="6" destOrd="0" presId="urn:microsoft.com/office/officeart/2005/8/layout/list1"/>
    <dgm:cxn modelId="{C0A8FECB-9E30-4B8C-A764-8F66A179F0FA}" type="presParOf" srcId="{623DC90C-5220-41A2-8F93-B32293E2F8D4}" destId="{0A96A656-CE95-4C5A-A6FF-EEF825CD0407}" srcOrd="7" destOrd="0" presId="urn:microsoft.com/office/officeart/2005/8/layout/list1"/>
    <dgm:cxn modelId="{26ECBFF6-3066-407B-AB26-26691DAB1A6F}" type="presParOf" srcId="{623DC90C-5220-41A2-8F93-B32293E2F8D4}" destId="{29EDA20C-4A85-4D10-8835-C67210ABDCCD}" srcOrd="8" destOrd="0" presId="urn:microsoft.com/office/officeart/2005/8/layout/list1"/>
    <dgm:cxn modelId="{F1368507-3180-4DAD-BC3C-B968D21D46D7}" type="presParOf" srcId="{29EDA20C-4A85-4D10-8835-C67210ABDCCD}" destId="{0EB9DF42-15B1-4081-AC16-1033297F047E}" srcOrd="0" destOrd="0" presId="urn:microsoft.com/office/officeart/2005/8/layout/list1"/>
    <dgm:cxn modelId="{C2B53E95-138F-49F7-ACCF-6BAEAB930BA6}" type="presParOf" srcId="{29EDA20C-4A85-4D10-8835-C67210ABDCCD}" destId="{FBB04E5D-A7E3-47AD-B71F-56F94E0F64CE}" srcOrd="1" destOrd="0" presId="urn:microsoft.com/office/officeart/2005/8/layout/list1"/>
    <dgm:cxn modelId="{19224E7E-0302-4970-976E-DD3AC0BCF1E2}" type="presParOf" srcId="{623DC90C-5220-41A2-8F93-B32293E2F8D4}" destId="{F10BA441-6867-4941-8086-CA586513141A}" srcOrd="9" destOrd="0" presId="urn:microsoft.com/office/officeart/2005/8/layout/list1"/>
    <dgm:cxn modelId="{1A97F7F7-8274-4AE8-9B4B-1D4732FFBB70}" type="presParOf" srcId="{623DC90C-5220-41A2-8F93-B32293E2F8D4}" destId="{DC55F695-5ACA-432D-927C-3C1DA319CB8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944E6B-19E7-4747-AAFD-12D02702804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84742D-8F1D-4E74-92AD-831CC3436B72}">
      <dgm:prSet/>
      <dgm:spPr/>
      <dgm:t>
        <a:bodyPr/>
        <a:lstStyle/>
        <a:p>
          <a:r>
            <a:rPr lang="it-IT"/>
            <a:t>Expand on Concept: </a:t>
          </a:r>
          <a:endParaRPr lang="en-US"/>
        </a:p>
      </dgm:t>
    </dgm:pt>
    <dgm:pt modelId="{A55F9B71-8EDD-43C5-8370-CC3E4BC91BEC}" type="parTrans" cxnId="{821876FA-AE8B-4A81-B79C-F0CB20A524F5}">
      <dgm:prSet/>
      <dgm:spPr/>
      <dgm:t>
        <a:bodyPr/>
        <a:lstStyle/>
        <a:p>
          <a:endParaRPr lang="en-US"/>
        </a:p>
      </dgm:t>
    </dgm:pt>
    <dgm:pt modelId="{7367B3EA-A0AD-499D-BD98-325521317FEA}" type="sibTrans" cxnId="{821876FA-AE8B-4A81-B79C-F0CB20A524F5}">
      <dgm:prSet/>
      <dgm:spPr/>
      <dgm:t>
        <a:bodyPr/>
        <a:lstStyle/>
        <a:p>
          <a:endParaRPr lang="en-US"/>
        </a:p>
      </dgm:t>
    </dgm:pt>
    <dgm:pt modelId="{E9AF3D22-E1C7-40B0-BAB9-742F31384BBF}">
      <dgm:prSet/>
      <dgm:spPr/>
      <dgm:t>
        <a:bodyPr/>
        <a:lstStyle/>
        <a:p>
          <a:r>
            <a:rPr lang="it-IT" dirty="0" err="1"/>
            <a:t>what</a:t>
          </a:r>
          <a:r>
            <a:rPr lang="it-IT" dirty="0"/>
            <a:t> </a:t>
          </a:r>
          <a:r>
            <a:rPr lang="it-IT" dirty="0" err="1"/>
            <a:t>if</a:t>
          </a:r>
          <a:r>
            <a:rPr lang="it-IT" dirty="0"/>
            <a:t> </a:t>
          </a:r>
          <a:r>
            <a:rPr lang="it-IT" dirty="0" err="1"/>
            <a:t>we</a:t>
          </a:r>
          <a:r>
            <a:rPr lang="it-IT" dirty="0"/>
            <a:t> </a:t>
          </a:r>
          <a:r>
            <a:rPr lang="it-IT" dirty="0" err="1"/>
            <a:t>want</a:t>
          </a:r>
          <a:r>
            <a:rPr lang="it-IT" dirty="0"/>
            <a:t> to </a:t>
          </a:r>
          <a:r>
            <a:rPr lang="it-IT" dirty="0" err="1"/>
            <a:t>see</a:t>
          </a:r>
          <a:r>
            <a:rPr lang="it-IT" dirty="0"/>
            <a:t> the </a:t>
          </a:r>
          <a:r>
            <a:rPr lang="it-IT" dirty="0" err="1"/>
            <a:t>probability</a:t>
          </a:r>
          <a:r>
            <a:rPr lang="it-IT" dirty="0"/>
            <a:t> of </a:t>
          </a:r>
          <a:r>
            <a:rPr lang="it-IT" dirty="0" err="1"/>
            <a:t>getting</a:t>
          </a:r>
          <a:r>
            <a:rPr lang="it-IT" dirty="0"/>
            <a:t> </a:t>
          </a:r>
          <a:r>
            <a:rPr lang="it-IT" dirty="0" err="1"/>
            <a:t>at</a:t>
          </a:r>
          <a:r>
            <a:rPr lang="it-IT" dirty="0"/>
            <a:t> </a:t>
          </a:r>
          <a:r>
            <a:rPr lang="it-IT" dirty="0" err="1"/>
            <a:t>least</a:t>
          </a:r>
          <a:r>
            <a:rPr lang="it-IT" dirty="0"/>
            <a:t> 8? </a:t>
          </a:r>
          <a:r>
            <a:rPr lang="it-IT" dirty="0" err="1"/>
            <a:t>Move</a:t>
          </a:r>
          <a:r>
            <a:rPr lang="it-IT" dirty="0"/>
            <a:t> </a:t>
          </a:r>
          <a:r>
            <a:rPr lang="it-IT" dirty="0" err="1"/>
            <a:t>around</a:t>
          </a:r>
          <a:r>
            <a:rPr lang="it-IT" dirty="0"/>
            <a:t> the points on the board</a:t>
          </a:r>
          <a:endParaRPr lang="en-US" dirty="0"/>
        </a:p>
      </dgm:t>
    </dgm:pt>
    <dgm:pt modelId="{E565BBA8-F94D-41E0-8E61-B97BCDAABDB5}" type="parTrans" cxnId="{02535EF5-B7A6-4606-9AE3-518683EA135A}">
      <dgm:prSet/>
      <dgm:spPr/>
      <dgm:t>
        <a:bodyPr/>
        <a:lstStyle/>
        <a:p>
          <a:endParaRPr lang="en-US"/>
        </a:p>
      </dgm:t>
    </dgm:pt>
    <dgm:pt modelId="{F764F181-2E1A-402C-905A-757FE5A6C5D2}" type="sibTrans" cxnId="{02535EF5-B7A6-4606-9AE3-518683EA135A}">
      <dgm:prSet/>
      <dgm:spPr/>
      <dgm:t>
        <a:bodyPr/>
        <a:lstStyle/>
        <a:p>
          <a:endParaRPr lang="en-US"/>
        </a:p>
      </dgm:t>
    </dgm:pt>
    <dgm:pt modelId="{B682AD98-0831-4504-B920-CA7E0B12E06B}">
      <dgm:prSet/>
      <dgm:spPr/>
      <dgm:t>
        <a:bodyPr/>
        <a:lstStyle/>
        <a:p>
          <a:r>
            <a:rPr lang="it-IT"/>
            <a:t>Discuss difficulty:</a:t>
          </a:r>
          <a:endParaRPr lang="en-US"/>
        </a:p>
      </dgm:t>
    </dgm:pt>
    <dgm:pt modelId="{86FC02F3-9838-4A25-B017-4E5646363AC5}" type="parTrans" cxnId="{18A0FECD-F775-4F22-A332-BAB6C8AE190D}">
      <dgm:prSet/>
      <dgm:spPr/>
      <dgm:t>
        <a:bodyPr/>
        <a:lstStyle/>
        <a:p>
          <a:endParaRPr lang="en-US"/>
        </a:p>
      </dgm:t>
    </dgm:pt>
    <dgm:pt modelId="{2B340FBD-4CC3-4646-9DEF-BAF6C8C3FFC3}" type="sibTrans" cxnId="{18A0FECD-F775-4F22-A332-BAB6C8AE190D}">
      <dgm:prSet/>
      <dgm:spPr/>
      <dgm:t>
        <a:bodyPr/>
        <a:lstStyle/>
        <a:p>
          <a:endParaRPr lang="en-US"/>
        </a:p>
      </dgm:t>
    </dgm:pt>
    <dgm:pt modelId="{3FE79CA4-6B5D-4C57-B3D8-581A103058F3}">
      <dgm:prSet/>
      <dgm:spPr/>
      <dgm:t>
        <a:bodyPr/>
        <a:lstStyle/>
        <a:p>
          <a:r>
            <a:rPr lang="it-IT"/>
            <a:t>simplified explanation and omission of the all-events chart</a:t>
          </a:r>
          <a:endParaRPr lang="en-US"/>
        </a:p>
      </dgm:t>
    </dgm:pt>
    <dgm:pt modelId="{F37C2850-8E4B-44A4-BA19-57B841618A44}" type="parTrans" cxnId="{A71CAF48-7936-4A9A-9E63-3E2833DD409C}">
      <dgm:prSet/>
      <dgm:spPr/>
      <dgm:t>
        <a:bodyPr/>
        <a:lstStyle/>
        <a:p>
          <a:endParaRPr lang="en-US"/>
        </a:p>
      </dgm:t>
    </dgm:pt>
    <dgm:pt modelId="{81D61F5A-61DF-4C67-BDD1-647FF38A296F}" type="sibTrans" cxnId="{A71CAF48-7936-4A9A-9E63-3E2833DD409C}">
      <dgm:prSet/>
      <dgm:spPr/>
      <dgm:t>
        <a:bodyPr/>
        <a:lstStyle/>
        <a:p>
          <a:endParaRPr lang="en-US"/>
        </a:p>
      </dgm:t>
    </dgm:pt>
    <dgm:pt modelId="{60C84F66-684D-448B-8AE4-F140F41888DB}">
      <dgm:prSet/>
      <dgm:spPr/>
      <dgm:t>
        <a:bodyPr/>
        <a:lstStyle/>
        <a:p>
          <a:r>
            <a:rPr lang="it-IT"/>
            <a:t>More playful/light approach:</a:t>
          </a:r>
          <a:endParaRPr lang="en-US"/>
        </a:p>
      </dgm:t>
    </dgm:pt>
    <dgm:pt modelId="{42492107-8C98-4D47-A60D-0026BE44BB08}" type="parTrans" cxnId="{5FEC0105-AA65-4FE1-9348-3B6DE7E60E37}">
      <dgm:prSet/>
      <dgm:spPr/>
      <dgm:t>
        <a:bodyPr/>
        <a:lstStyle/>
        <a:p>
          <a:endParaRPr lang="en-US"/>
        </a:p>
      </dgm:t>
    </dgm:pt>
    <dgm:pt modelId="{17658003-D6C0-4AE2-A4D2-811476FC790F}" type="sibTrans" cxnId="{5FEC0105-AA65-4FE1-9348-3B6DE7E60E37}">
      <dgm:prSet/>
      <dgm:spPr/>
      <dgm:t>
        <a:bodyPr/>
        <a:lstStyle/>
        <a:p>
          <a:endParaRPr lang="en-US"/>
        </a:p>
      </dgm:t>
    </dgm:pt>
    <dgm:pt modelId="{2C0E7948-ECB9-4459-B76B-8F60AC299F82}">
      <dgm:prSet/>
      <dgm:spPr/>
      <dgm:t>
        <a:bodyPr/>
        <a:lstStyle/>
        <a:p>
          <a:r>
            <a:rPr lang="it-IT" dirty="0" err="1"/>
            <a:t>if</a:t>
          </a:r>
          <a:r>
            <a:rPr lang="it-IT" dirty="0"/>
            <a:t> the </a:t>
          </a:r>
          <a:r>
            <a:rPr lang="it-IT" dirty="0" err="1"/>
            <a:t>kids</a:t>
          </a:r>
          <a:r>
            <a:rPr lang="it-IT" dirty="0"/>
            <a:t> are </a:t>
          </a:r>
          <a:r>
            <a:rPr lang="it-IT" dirty="0" err="1"/>
            <a:t>really</a:t>
          </a:r>
          <a:r>
            <a:rPr lang="it-IT" dirty="0"/>
            <a:t> </a:t>
          </a:r>
          <a:r>
            <a:rPr lang="it-IT" dirty="0" err="1"/>
            <a:t>young</a:t>
          </a:r>
          <a:r>
            <a:rPr lang="it-IT" dirty="0"/>
            <a:t>, </a:t>
          </a:r>
          <a:r>
            <a:rPr lang="it-IT" dirty="0" err="1"/>
            <a:t>maybe</a:t>
          </a:r>
          <a:r>
            <a:rPr lang="it-IT" dirty="0"/>
            <a:t> create the dice </a:t>
          </a:r>
          <a:r>
            <a:rPr lang="it-IT" dirty="0" err="1"/>
            <a:t>together</a:t>
          </a:r>
          <a:r>
            <a:rPr lang="it-IT" dirty="0"/>
            <a:t> with </a:t>
          </a:r>
          <a:r>
            <a:rPr lang="it-IT" dirty="0" err="1"/>
            <a:t>cut</a:t>
          </a:r>
          <a:r>
            <a:rPr lang="it-IT" dirty="0"/>
            <a:t> </a:t>
          </a:r>
          <a:r>
            <a:rPr lang="it-IT" dirty="0" err="1"/>
            <a:t>prints</a:t>
          </a:r>
          <a:r>
            <a:rPr lang="it-IT" dirty="0"/>
            <a:t> of </a:t>
          </a:r>
          <a:r>
            <a:rPr lang="it-IT" dirty="0" err="1"/>
            <a:t>cubes</a:t>
          </a:r>
          <a:endParaRPr lang="en-US" dirty="0"/>
        </a:p>
      </dgm:t>
    </dgm:pt>
    <dgm:pt modelId="{10EF8667-9642-4138-8BBA-A07BBFCBE8C2}" type="parTrans" cxnId="{766D84C6-5F68-4E4C-A15C-C8BC3EA6B092}">
      <dgm:prSet/>
      <dgm:spPr/>
      <dgm:t>
        <a:bodyPr/>
        <a:lstStyle/>
        <a:p>
          <a:endParaRPr lang="en-US"/>
        </a:p>
      </dgm:t>
    </dgm:pt>
    <dgm:pt modelId="{65755AEB-BBC3-4F00-91BE-56323001C9D6}" type="sibTrans" cxnId="{766D84C6-5F68-4E4C-A15C-C8BC3EA6B092}">
      <dgm:prSet/>
      <dgm:spPr/>
      <dgm:t>
        <a:bodyPr/>
        <a:lstStyle/>
        <a:p>
          <a:endParaRPr lang="en-US"/>
        </a:p>
      </dgm:t>
    </dgm:pt>
    <dgm:pt modelId="{4631BFF0-ECDD-4480-99B0-FBC2C58BC667}">
      <dgm:prSet/>
      <dgm:spPr/>
      <dgm:t>
        <a:bodyPr/>
        <a:lstStyle/>
        <a:p>
          <a:r>
            <a:rPr lang="en-US" dirty="0"/>
            <a:t>Different topics</a:t>
          </a:r>
        </a:p>
      </dgm:t>
    </dgm:pt>
    <dgm:pt modelId="{CD61A5C6-04BE-4DCB-8EF2-BFACC44B9CB1}" type="parTrans" cxnId="{6DD23C92-15A8-4B6D-8408-254AEFDB0C30}">
      <dgm:prSet/>
      <dgm:spPr/>
      <dgm:t>
        <a:bodyPr/>
        <a:lstStyle/>
        <a:p>
          <a:endParaRPr lang="nb-NO"/>
        </a:p>
      </dgm:t>
    </dgm:pt>
    <dgm:pt modelId="{84FDB78C-163D-44BD-9864-E81B6A32A2EC}" type="sibTrans" cxnId="{6DD23C92-15A8-4B6D-8408-254AEFDB0C30}">
      <dgm:prSet/>
      <dgm:spPr/>
      <dgm:t>
        <a:bodyPr/>
        <a:lstStyle/>
        <a:p>
          <a:endParaRPr lang="nb-NO"/>
        </a:p>
      </dgm:t>
    </dgm:pt>
    <dgm:pt modelId="{0E0972A3-06C7-432D-8353-E4AB7DA7C8AE}">
      <dgm:prSet/>
      <dgm:spPr/>
      <dgm:t>
        <a:bodyPr/>
        <a:lstStyle/>
        <a:p>
          <a:r>
            <a:rPr lang="en-US" dirty="0"/>
            <a:t>introduce different concepts that teachers may found important/relevant</a:t>
          </a:r>
        </a:p>
      </dgm:t>
    </dgm:pt>
    <dgm:pt modelId="{1801316D-440B-4CDF-9390-57FF38E3FFC1}" type="parTrans" cxnId="{8CA2F5AF-EC69-49C6-B58F-9066274D0D9E}">
      <dgm:prSet/>
      <dgm:spPr/>
      <dgm:t>
        <a:bodyPr/>
        <a:lstStyle/>
        <a:p>
          <a:endParaRPr lang="nb-NO"/>
        </a:p>
      </dgm:t>
    </dgm:pt>
    <dgm:pt modelId="{75842AD6-17D3-46EC-935F-A95EFCEB242D}" type="sibTrans" cxnId="{8CA2F5AF-EC69-49C6-B58F-9066274D0D9E}">
      <dgm:prSet/>
      <dgm:spPr/>
      <dgm:t>
        <a:bodyPr/>
        <a:lstStyle/>
        <a:p>
          <a:endParaRPr lang="nb-NO"/>
        </a:p>
      </dgm:t>
    </dgm:pt>
    <dgm:pt modelId="{F5346D7E-4900-4DB1-9494-8F12CADF08F2}" type="pres">
      <dgm:prSet presAssocID="{82944E6B-19E7-4747-AAFD-12D027028049}" presName="vert0" presStyleCnt="0">
        <dgm:presLayoutVars>
          <dgm:dir/>
          <dgm:animOne val="branch"/>
          <dgm:animLvl val="lvl"/>
        </dgm:presLayoutVars>
      </dgm:prSet>
      <dgm:spPr/>
    </dgm:pt>
    <dgm:pt modelId="{E4E5C9A9-E04E-4044-B735-44C045E99CCA}" type="pres">
      <dgm:prSet presAssocID="{2E84742D-8F1D-4E74-92AD-831CC3436B72}" presName="thickLine" presStyleLbl="alignNode1" presStyleIdx="0" presStyleCnt="4"/>
      <dgm:spPr/>
    </dgm:pt>
    <dgm:pt modelId="{E382E932-2C59-4EEE-984E-B5F91487C67E}" type="pres">
      <dgm:prSet presAssocID="{2E84742D-8F1D-4E74-92AD-831CC3436B72}" presName="horz1" presStyleCnt="0"/>
      <dgm:spPr/>
    </dgm:pt>
    <dgm:pt modelId="{7919E1B9-79FA-426D-BBD0-64F157BFFC87}" type="pres">
      <dgm:prSet presAssocID="{2E84742D-8F1D-4E74-92AD-831CC3436B72}" presName="tx1" presStyleLbl="revTx" presStyleIdx="0" presStyleCnt="8"/>
      <dgm:spPr/>
    </dgm:pt>
    <dgm:pt modelId="{622F5A88-8A8F-4152-A0A0-486CFE5A80C3}" type="pres">
      <dgm:prSet presAssocID="{2E84742D-8F1D-4E74-92AD-831CC3436B72}" presName="vert1" presStyleCnt="0"/>
      <dgm:spPr/>
    </dgm:pt>
    <dgm:pt modelId="{AC7C8EAC-B26C-4692-87B0-45391DE564B9}" type="pres">
      <dgm:prSet presAssocID="{E9AF3D22-E1C7-40B0-BAB9-742F31384BBF}" presName="vertSpace2a" presStyleCnt="0"/>
      <dgm:spPr/>
    </dgm:pt>
    <dgm:pt modelId="{AAFDF1BF-F696-4840-80EE-38F4900AFCD8}" type="pres">
      <dgm:prSet presAssocID="{E9AF3D22-E1C7-40B0-BAB9-742F31384BBF}" presName="horz2" presStyleCnt="0"/>
      <dgm:spPr/>
    </dgm:pt>
    <dgm:pt modelId="{210B54A0-CE57-466C-AC86-694A1895FD47}" type="pres">
      <dgm:prSet presAssocID="{E9AF3D22-E1C7-40B0-BAB9-742F31384BBF}" presName="horzSpace2" presStyleCnt="0"/>
      <dgm:spPr/>
    </dgm:pt>
    <dgm:pt modelId="{AB5C6F62-C51F-421F-AB46-E0703B39672C}" type="pres">
      <dgm:prSet presAssocID="{E9AF3D22-E1C7-40B0-BAB9-742F31384BBF}" presName="tx2" presStyleLbl="revTx" presStyleIdx="1" presStyleCnt="8"/>
      <dgm:spPr/>
    </dgm:pt>
    <dgm:pt modelId="{4E3EFA83-E10A-4858-8090-B2A13C2CD604}" type="pres">
      <dgm:prSet presAssocID="{E9AF3D22-E1C7-40B0-BAB9-742F31384BBF}" presName="vert2" presStyleCnt="0"/>
      <dgm:spPr/>
    </dgm:pt>
    <dgm:pt modelId="{C75A90AA-53CE-4E5B-AFD3-76997A649B65}" type="pres">
      <dgm:prSet presAssocID="{E9AF3D22-E1C7-40B0-BAB9-742F31384BBF}" presName="thinLine2b" presStyleLbl="callout" presStyleIdx="0" presStyleCnt="4"/>
      <dgm:spPr/>
    </dgm:pt>
    <dgm:pt modelId="{7CFFBAD2-BD7F-44D4-801C-B847BE03BA59}" type="pres">
      <dgm:prSet presAssocID="{E9AF3D22-E1C7-40B0-BAB9-742F31384BBF}" presName="vertSpace2b" presStyleCnt="0"/>
      <dgm:spPr/>
    </dgm:pt>
    <dgm:pt modelId="{1C9F842E-7EDD-436C-87B9-3D8227484001}" type="pres">
      <dgm:prSet presAssocID="{B682AD98-0831-4504-B920-CA7E0B12E06B}" presName="thickLine" presStyleLbl="alignNode1" presStyleIdx="1" presStyleCnt="4"/>
      <dgm:spPr/>
    </dgm:pt>
    <dgm:pt modelId="{BC1877C0-70D2-4801-9EB1-D8835AA5221C}" type="pres">
      <dgm:prSet presAssocID="{B682AD98-0831-4504-B920-CA7E0B12E06B}" presName="horz1" presStyleCnt="0"/>
      <dgm:spPr/>
    </dgm:pt>
    <dgm:pt modelId="{9120EEBF-4671-4EA5-9AF7-CD36211C5996}" type="pres">
      <dgm:prSet presAssocID="{B682AD98-0831-4504-B920-CA7E0B12E06B}" presName="tx1" presStyleLbl="revTx" presStyleIdx="2" presStyleCnt="8"/>
      <dgm:spPr/>
    </dgm:pt>
    <dgm:pt modelId="{A23FC4BA-EC7D-4547-8AE4-8EF997B70CEA}" type="pres">
      <dgm:prSet presAssocID="{B682AD98-0831-4504-B920-CA7E0B12E06B}" presName="vert1" presStyleCnt="0"/>
      <dgm:spPr/>
    </dgm:pt>
    <dgm:pt modelId="{EAC19DF1-87A2-4337-973C-2C2AABE30239}" type="pres">
      <dgm:prSet presAssocID="{3FE79CA4-6B5D-4C57-B3D8-581A103058F3}" presName="vertSpace2a" presStyleCnt="0"/>
      <dgm:spPr/>
    </dgm:pt>
    <dgm:pt modelId="{5E287618-9D6D-4EA7-974D-DF0614AE09E4}" type="pres">
      <dgm:prSet presAssocID="{3FE79CA4-6B5D-4C57-B3D8-581A103058F3}" presName="horz2" presStyleCnt="0"/>
      <dgm:spPr/>
    </dgm:pt>
    <dgm:pt modelId="{0B6F09EB-1AEA-46C7-A2F5-96C43E486EC3}" type="pres">
      <dgm:prSet presAssocID="{3FE79CA4-6B5D-4C57-B3D8-581A103058F3}" presName="horzSpace2" presStyleCnt="0"/>
      <dgm:spPr/>
    </dgm:pt>
    <dgm:pt modelId="{46763D33-3855-467C-967E-48DF5B6EABA9}" type="pres">
      <dgm:prSet presAssocID="{3FE79CA4-6B5D-4C57-B3D8-581A103058F3}" presName="tx2" presStyleLbl="revTx" presStyleIdx="3" presStyleCnt="8"/>
      <dgm:spPr/>
    </dgm:pt>
    <dgm:pt modelId="{8CA256C1-BB46-43A3-8D97-17FD31C994CF}" type="pres">
      <dgm:prSet presAssocID="{3FE79CA4-6B5D-4C57-B3D8-581A103058F3}" presName="vert2" presStyleCnt="0"/>
      <dgm:spPr/>
    </dgm:pt>
    <dgm:pt modelId="{DA0909CC-D690-4EA3-B3DB-667F55CC30E6}" type="pres">
      <dgm:prSet presAssocID="{3FE79CA4-6B5D-4C57-B3D8-581A103058F3}" presName="thinLine2b" presStyleLbl="callout" presStyleIdx="1" presStyleCnt="4"/>
      <dgm:spPr/>
    </dgm:pt>
    <dgm:pt modelId="{394CFCCC-AC3D-4BA1-8C43-5E0BE3C95434}" type="pres">
      <dgm:prSet presAssocID="{3FE79CA4-6B5D-4C57-B3D8-581A103058F3}" presName="vertSpace2b" presStyleCnt="0"/>
      <dgm:spPr/>
    </dgm:pt>
    <dgm:pt modelId="{C9544261-49F0-47CA-A99B-5795F155CF06}" type="pres">
      <dgm:prSet presAssocID="{60C84F66-684D-448B-8AE4-F140F41888DB}" presName="thickLine" presStyleLbl="alignNode1" presStyleIdx="2" presStyleCnt="4"/>
      <dgm:spPr/>
    </dgm:pt>
    <dgm:pt modelId="{243FC722-2404-4319-8467-9B6BFA747731}" type="pres">
      <dgm:prSet presAssocID="{60C84F66-684D-448B-8AE4-F140F41888DB}" presName="horz1" presStyleCnt="0"/>
      <dgm:spPr/>
    </dgm:pt>
    <dgm:pt modelId="{D9EB1F7A-8C12-492D-B483-5D64FEB36758}" type="pres">
      <dgm:prSet presAssocID="{60C84F66-684D-448B-8AE4-F140F41888DB}" presName="tx1" presStyleLbl="revTx" presStyleIdx="4" presStyleCnt="8"/>
      <dgm:spPr/>
    </dgm:pt>
    <dgm:pt modelId="{2522FB94-A708-488F-8B54-962BABBBE1C3}" type="pres">
      <dgm:prSet presAssocID="{60C84F66-684D-448B-8AE4-F140F41888DB}" presName="vert1" presStyleCnt="0"/>
      <dgm:spPr/>
    </dgm:pt>
    <dgm:pt modelId="{C52EB17D-4EF5-4640-AB07-09C645CA46D0}" type="pres">
      <dgm:prSet presAssocID="{2C0E7948-ECB9-4459-B76B-8F60AC299F82}" presName="vertSpace2a" presStyleCnt="0"/>
      <dgm:spPr/>
    </dgm:pt>
    <dgm:pt modelId="{6B9B6453-94DC-47A6-9846-6258A69B4903}" type="pres">
      <dgm:prSet presAssocID="{2C0E7948-ECB9-4459-B76B-8F60AC299F82}" presName="horz2" presStyleCnt="0"/>
      <dgm:spPr/>
    </dgm:pt>
    <dgm:pt modelId="{9EFF2BF6-4D0E-4633-B65E-0FBD3C5FD732}" type="pres">
      <dgm:prSet presAssocID="{2C0E7948-ECB9-4459-B76B-8F60AC299F82}" presName="horzSpace2" presStyleCnt="0"/>
      <dgm:spPr/>
    </dgm:pt>
    <dgm:pt modelId="{74F0EB6C-D9C2-47C9-8D36-411BC39492AD}" type="pres">
      <dgm:prSet presAssocID="{2C0E7948-ECB9-4459-B76B-8F60AC299F82}" presName="tx2" presStyleLbl="revTx" presStyleIdx="5" presStyleCnt="8"/>
      <dgm:spPr/>
    </dgm:pt>
    <dgm:pt modelId="{FE7FA1C3-F018-42E7-A3FA-29DD3C8AF493}" type="pres">
      <dgm:prSet presAssocID="{2C0E7948-ECB9-4459-B76B-8F60AC299F82}" presName="vert2" presStyleCnt="0"/>
      <dgm:spPr/>
    </dgm:pt>
    <dgm:pt modelId="{C9B04048-C65F-4F63-88F6-2EE046D1E1E4}" type="pres">
      <dgm:prSet presAssocID="{2C0E7948-ECB9-4459-B76B-8F60AC299F82}" presName="thinLine2b" presStyleLbl="callout" presStyleIdx="2" presStyleCnt="4"/>
      <dgm:spPr/>
    </dgm:pt>
    <dgm:pt modelId="{F4F04FDD-F1DE-4512-8445-3CB465193C7D}" type="pres">
      <dgm:prSet presAssocID="{2C0E7948-ECB9-4459-B76B-8F60AC299F82}" presName="vertSpace2b" presStyleCnt="0"/>
      <dgm:spPr/>
    </dgm:pt>
    <dgm:pt modelId="{9E48D364-DCA7-419C-BE43-2CCF2BB116A6}" type="pres">
      <dgm:prSet presAssocID="{4631BFF0-ECDD-4480-99B0-FBC2C58BC667}" presName="thickLine" presStyleLbl="alignNode1" presStyleIdx="3" presStyleCnt="4"/>
      <dgm:spPr/>
    </dgm:pt>
    <dgm:pt modelId="{E83951D8-D5B9-4AC4-87BC-AB5332813D2D}" type="pres">
      <dgm:prSet presAssocID="{4631BFF0-ECDD-4480-99B0-FBC2C58BC667}" presName="horz1" presStyleCnt="0"/>
      <dgm:spPr/>
    </dgm:pt>
    <dgm:pt modelId="{43E4504C-466C-4AFE-B3C8-D83CEC4EA74F}" type="pres">
      <dgm:prSet presAssocID="{4631BFF0-ECDD-4480-99B0-FBC2C58BC667}" presName="tx1" presStyleLbl="revTx" presStyleIdx="6" presStyleCnt="8"/>
      <dgm:spPr/>
    </dgm:pt>
    <dgm:pt modelId="{C897326C-BA10-4F38-AA4A-5CFE10DFA678}" type="pres">
      <dgm:prSet presAssocID="{4631BFF0-ECDD-4480-99B0-FBC2C58BC667}" presName="vert1" presStyleCnt="0"/>
      <dgm:spPr/>
    </dgm:pt>
    <dgm:pt modelId="{BCA36FE9-DCDC-474F-87C8-B258D0CD9EDC}" type="pres">
      <dgm:prSet presAssocID="{0E0972A3-06C7-432D-8353-E4AB7DA7C8AE}" presName="vertSpace2a" presStyleCnt="0"/>
      <dgm:spPr/>
    </dgm:pt>
    <dgm:pt modelId="{EB988218-C086-4438-8BA2-212A985FC3D0}" type="pres">
      <dgm:prSet presAssocID="{0E0972A3-06C7-432D-8353-E4AB7DA7C8AE}" presName="horz2" presStyleCnt="0"/>
      <dgm:spPr/>
    </dgm:pt>
    <dgm:pt modelId="{D76689B3-BDD0-49AC-A6E8-0115079E538B}" type="pres">
      <dgm:prSet presAssocID="{0E0972A3-06C7-432D-8353-E4AB7DA7C8AE}" presName="horzSpace2" presStyleCnt="0"/>
      <dgm:spPr/>
    </dgm:pt>
    <dgm:pt modelId="{11441910-B351-4869-8A12-590ADFF6F1E2}" type="pres">
      <dgm:prSet presAssocID="{0E0972A3-06C7-432D-8353-E4AB7DA7C8AE}" presName="tx2" presStyleLbl="revTx" presStyleIdx="7" presStyleCnt="8"/>
      <dgm:spPr/>
    </dgm:pt>
    <dgm:pt modelId="{7156E015-B7A2-4E8B-AC55-2BB71137D548}" type="pres">
      <dgm:prSet presAssocID="{0E0972A3-06C7-432D-8353-E4AB7DA7C8AE}" presName="vert2" presStyleCnt="0"/>
      <dgm:spPr/>
    </dgm:pt>
    <dgm:pt modelId="{63DC3245-C77E-4857-B7A1-63EDF06B55F2}" type="pres">
      <dgm:prSet presAssocID="{0E0972A3-06C7-432D-8353-E4AB7DA7C8AE}" presName="thinLine2b" presStyleLbl="callout" presStyleIdx="3" presStyleCnt="4"/>
      <dgm:spPr/>
    </dgm:pt>
    <dgm:pt modelId="{AEAD04DD-66A4-4CB4-A7FE-DAA5DC7FB052}" type="pres">
      <dgm:prSet presAssocID="{0E0972A3-06C7-432D-8353-E4AB7DA7C8AE}" presName="vertSpace2b" presStyleCnt="0"/>
      <dgm:spPr/>
    </dgm:pt>
  </dgm:ptLst>
  <dgm:cxnLst>
    <dgm:cxn modelId="{5FEC0105-AA65-4FE1-9348-3B6DE7E60E37}" srcId="{82944E6B-19E7-4747-AAFD-12D027028049}" destId="{60C84F66-684D-448B-8AE4-F140F41888DB}" srcOrd="2" destOrd="0" parTransId="{42492107-8C98-4D47-A60D-0026BE44BB08}" sibTransId="{17658003-D6C0-4AE2-A4D2-811476FC790F}"/>
    <dgm:cxn modelId="{C4F51405-7BD2-484B-A0EF-928BE57360A0}" type="presOf" srcId="{4631BFF0-ECDD-4480-99B0-FBC2C58BC667}" destId="{43E4504C-466C-4AFE-B3C8-D83CEC4EA74F}" srcOrd="0" destOrd="0" presId="urn:microsoft.com/office/officeart/2008/layout/LinedList"/>
    <dgm:cxn modelId="{80C7FB08-BC65-4459-8F5A-4882C133D083}" type="presOf" srcId="{82944E6B-19E7-4747-AAFD-12D027028049}" destId="{F5346D7E-4900-4DB1-9494-8F12CADF08F2}" srcOrd="0" destOrd="0" presId="urn:microsoft.com/office/officeart/2008/layout/LinedList"/>
    <dgm:cxn modelId="{9BC7F90D-B87B-4FE4-81E0-6763080F8D17}" type="presOf" srcId="{B682AD98-0831-4504-B920-CA7E0B12E06B}" destId="{9120EEBF-4671-4EA5-9AF7-CD36211C5996}" srcOrd="0" destOrd="0" presId="urn:microsoft.com/office/officeart/2008/layout/LinedList"/>
    <dgm:cxn modelId="{F9650A0F-1D1B-4880-B839-3CAA1F764290}" type="presOf" srcId="{3FE79CA4-6B5D-4C57-B3D8-581A103058F3}" destId="{46763D33-3855-467C-967E-48DF5B6EABA9}" srcOrd="0" destOrd="0" presId="urn:microsoft.com/office/officeart/2008/layout/LinedList"/>
    <dgm:cxn modelId="{9156C764-D377-416A-B7EF-3A720B4DE09A}" type="presOf" srcId="{2E84742D-8F1D-4E74-92AD-831CC3436B72}" destId="{7919E1B9-79FA-426D-BBD0-64F157BFFC87}" srcOrd="0" destOrd="0" presId="urn:microsoft.com/office/officeart/2008/layout/LinedList"/>
    <dgm:cxn modelId="{A71CAF48-7936-4A9A-9E63-3E2833DD409C}" srcId="{B682AD98-0831-4504-B920-CA7E0B12E06B}" destId="{3FE79CA4-6B5D-4C57-B3D8-581A103058F3}" srcOrd="0" destOrd="0" parTransId="{F37C2850-8E4B-44A4-BA19-57B841618A44}" sibTransId="{81D61F5A-61DF-4C67-BDD1-647FF38A296F}"/>
    <dgm:cxn modelId="{32D74077-C659-43DB-8299-0C12B2A4E2DB}" type="presOf" srcId="{E9AF3D22-E1C7-40B0-BAB9-742F31384BBF}" destId="{AB5C6F62-C51F-421F-AB46-E0703B39672C}" srcOrd="0" destOrd="0" presId="urn:microsoft.com/office/officeart/2008/layout/LinedList"/>
    <dgm:cxn modelId="{A722248C-2759-4C51-86A4-B9968ACAB01A}" type="presOf" srcId="{60C84F66-684D-448B-8AE4-F140F41888DB}" destId="{D9EB1F7A-8C12-492D-B483-5D64FEB36758}" srcOrd="0" destOrd="0" presId="urn:microsoft.com/office/officeart/2008/layout/LinedList"/>
    <dgm:cxn modelId="{6DD23C92-15A8-4B6D-8408-254AEFDB0C30}" srcId="{82944E6B-19E7-4747-AAFD-12D027028049}" destId="{4631BFF0-ECDD-4480-99B0-FBC2C58BC667}" srcOrd="3" destOrd="0" parTransId="{CD61A5C6-04BE-4DCB-8EF2-BFACC44B9CB1}" sibTransId="{84FDB78C-163D-44BD-9864-E81B6A32A2EC}"/>
    <dgm:cxn modelId="{8CA2F5AF-EC69-49C6-B58F-9066274D0D9E}" srcId="{4631BFF0-ECDD-4480-99B0-FBC2C58BC667}" destId="{0E0972A3-06C7-432D-8353-E4AB7DA7C8AE}" srcOrd="0" destOrd="0" parTransId="{1801316D-440B-4CDF-9390-57FF38E3FFC1}" sibTransId="{75842AD6-17D3-46EC-935F-A95EFCEB242D}"/>
    <dgm:cxn modelId="{7BA034C1-EC46-4866-953C-82163E3564A7}" type="presOf" srcId="{2C0E7948-ECB9-4459-B76B-8F60AC299F82}" destId="{74F0EB6C-D9C2-47C9-8D36-411BC39492AD}" srcOrd="0" destOrd="0" presId="urn:microsoft.com/office/officeart/2008/layout/LinedList"/>
    <dgm:cxn modelId="{766D84C6-5F68-4E4C-A15C-C8BC3EA6B092}" srcId="{60C84F66-684D-448B-8AE4-F140F41888DB}" destId="{2C0E7948-ECB9-4459-B76B-8F60AC299F82}" srcOrd="0" destOrd="0" parTransId="{10EF8667-9642-4138-8BBA-A07BBFCBE8C2}" sibTransId="{65755AEB-BBC3-4F00-91BE-56323001C9D6}"/>
    <dgm:cxn modelId="{18A0FECD-F775-4F22-A332-BAB6C8AE190D}" srcId="{82944E6B-19E7-4747-AAFD-12D027028049}" destId="{B682AD98-0831-4504-B920-CA7E0B12E06B}" srcOrd="1" destOrd="0" parTransId="{86FC02F3-9838-4A25-B017-4E5646363AC5}" sibTransId="{2B340FBD-4CC3-4646-9DEF-BAF6C8C3FFC3}"/>
    <dgm:cxn modelId="{5489F7E3-72FD-4F1B-82FD-AC62623D4D55}" type="presOf" srcId="{0E0972A3-06C7-432D-8353-E4AB7DA7C8AE}" destId="{11441910-B351-4869-8A12-590ADFF6F1E2}" srcOrd="0" destOrd="0" presId="urn:microsoft.com/office/officeart/2008/layout/LinedList"/>
    <dgm:cxn modelId="{02535EF5-B7A6-4606-9AE3-518683EA135A}" srcId="{2E84742D-8F1D-4E74-92AD-831CC3436B72}" destId="{E9AF3D22-E1C7-40B0-BAB9-742F31384BBF}" srcOrd="0" destOrd="0" parTransId="{E565BBA8-F94D-41E0-8E61-B97BCDAABDB5}" sibTransId="{F764F181-2E1A-402C-905A-757FE5A6C5D2}"/>
    <dgm:cxn modelId="{821876FA-AE8B-4A81-B79C-F0CB20A524F5}" srcId="{82944E6B-19E7-4747-AAFD-12D027028049}" destId="{2E84742D-8F1D-4E74-92AD-831CC3436B72}" srcOrd="0" destOrd="0" parTransId="{A55F9B71-8EDD-43C5-8370-CC3E4BC91BEC}" sibTransId="{7367B3EA-A0AD-499D-BD98-325521317FEA}"/>
    <dgm:cxn modelId="{B968699E-91DB-429E-B6B4-916DB880E3E5}" type="presParOf" srcId="{F5346D7E-4900-4DB1-9494-8F12CADF08F2}" destId="{E4E5C9A9-E04E-4044-B735-44C045E99CCA}" srcOrd="0" destOrd="0" presId="urn:microsoft.com/office/officeart/2008/layout/LinedList"/>
    <dgm:cxn modelId="{22F420EE-85C3-47B2-9034-55DF61E96EFC}" type="presParOf" srcId="{F5346D7E-4900-4DB1-9494-8F12CADF08F2}" destId="{E382E932-2C59-4EEE-984E-B5F91487C67E}" srcOrd="1" destOrd="0" presId="urn:microsoft.com/office/officeart/2008/layout/LinedList"/>
    <dgm:cxn modelId="{991E81A2-3FBC-4D25-9167-F9A777C36924}" type="presParOf" srcId="{E382E932-2C59-4EEE-984E-B5F91487C67E}" destId="{7919E1B9-79FA-426D-BBD0-64F157BFFC87}" srcOrd="0" destOrd="0" presId="urn:microsoft.com/office/officeart/2008/layout/LinedList"/>
    <dgm:cxn modelId="{D366AC1B-E426-46E5-AC01-9C3D81015DD5}" type="presParOf" srcId="{E382E932-2C59-4EEE-984E-B5F91487C67E}" destId="{622F5A88-8A8F-4152-A0A0-486CFE5A80C3}" srcOrd="1" destOrd="0" presId="urn:microsoft.com/office/officeart/2008/layout/LinedList"/>
    <dgm:cxn modelId="{96BF69AF-0B28-4282-8E2D-3C78CF4CF194}" type="presParOf" srcId="{622F5A88-8A8F-4152-A0A0-486CFE5A80C3}" destId="{AC7C8EAC-B26C-4692-87B0-45391DE564B9}" srcOrd="0" destOrd="0" presId="urn:microsoft.com/office/officeart/2008/layout/LinedList"/>
    <dgm:cxn modelId="{AF6B08CF-1118-48D9-8966-85A36958A0EB}" type="presParOf" srcId="{622F5A88-8A8F-4152-A0A0-486CFE5A80C3}" destId="{AAFDF1BF-F696-4840-80EE-38F4900AFCD8}" srcOrd="1" destOrd="0" presId="urn:microsoft.com/office/officeart/2008/layout/LinedList"/>
    <dgm:cxn modelId="{36C9CB3C-2635-4593-A5C5-C70867F352B3}" type="presParOf" srcId="{AAFDF1BF-F696-4840-80EE-38F4900AFCD8}" destId="{210B54A0-CE57-466C-AC86-694A1895FD47}" srcOrd="0" destOrd="0" presId="urn:microsoft.com/office/officeart/2008/layout/LinedList"/>
    <dgm:cxn modelId="{27966769-C03E-4D9D-BF92-5EFF6673189E}" type="presParOf" srcId="{AAFDF1BF-F696-4840-80EE-38F4900AFCD8}" destId="{AB5C6F62-C51F-421F-AB46-E0703B39672C}" srcOrd="1" destOrd="0" presId="urn:microsoft.com/office/officeart/2008/layout/LinedList"/>
    <dgm:cxn modelId="{EC3B73D5-984D-4A4A-AE3B-417F248FA152}" type="presParOf" srcId="{AAFDF1BF-F696-4840-80EE-38F4900AFCD8}" destId="{4E3EFA83-E10A-4858-8090-B2A13C2CD604}" srcOrd="2" destOrd="0" presId="urn:microsoft.com/office/officeart/2008/layout/LinedList"/>
    <dgm:cxn modelId="{8B85976C-2929-4967-8D94-7F333F18DC1D}" type="presParOf" srcId="{622F5A88-8A8F-4152-A0A0-486CFE5A80C3}" destId="{C75A90AA-53CE-4E5B-AFD3-76997A649B65}" srcOrd="2" destOrd="0" presId="urn:microsoft.com/office/officeart/2008/layout/LinedList"/>
    <dgm:cxn modelId="{05ED0DAB-3308-427C-B354-5AA11B2713C8}" type="presParOf" srcId="{622F5A88-8A8F-4152-A0A0-486CFE5A80C3}" destId="{7CFFBAD2-BD7F-44D4-801C-B847BE03BA59}" srcOrd="3" destOrd="0" presId="urn:microsoft.com/office/officeart/2008/layout/LinedList"/>
    <dgm:cxn modelId="{A34B96D3-FA26-458E-B84A-C1A348F068E3}" type="presParOf" srcId="{F5346D7E-4900-4DB1-9494-8F12CADF08F2}" destId="{1C9F842E-7EDD-436C-87B9-3D8227484001}" srcOrd="2" destOrd="0" presId="urn:microsoft.com/office/officeart/2008/layout/LinedList"/>
    <dgm:cxn modelId="{747DA74C-3AFB-4CA9-956F-B29002511B15}" type="presParOf" srcId="{F5346D7E-4900-4DB1-9494-8F12CADF08F2}" destId="{BC1877C0-70D2-4801-9EB1-D8835AA5221C}" srcOrd="3" destOrd="0" presId="urn:microsoft.com/office/officeart/2008/layout/LinedList"/>
    <dgm:cxn modelId="{746DCC6D-71E7-4E1A-90E8-6D750E12C90F}" type="presParOf" srcId="{BC1877C0-70D2-4801-9EB1-D8835AA5221C}" destId="{9120EEBF-4671-4EA5-9AF7-CD36211C5996}" srcOrd="0" destOrd="0" presId="urn:microsoft.com/office/officeart/2008/layout/LinedList"/>
    <dgm:cxn modelId="{CCD8B5E4-EDFA-4655-B245-80C8E254FDFA}" type="presParOf" srcId="{BC1877C0-70D2-4801-9EB1-D8835AA5221C}" destId="{A23FC4BA-EC7D-4547-8AE4-8EF997B70CEA}" srcOrd="1" destOrd="0" presId="urn:microsoft.com/office/officeart/2008/layout/LinedList"/>
    <dgm:cxn modelId="{7939C451-06D3-440F-8521-C872641B54AA}" type="presParOf" srcId="{A23FC4BA-EC7D-4547-8AE4-8EF997B70CEA}" destId="{EAC19DF1-87A2-4337-973C-2C2AABE30239}" srcOrd="0" destOrd="0" presId="urn:microsoft.com/office/officeart/2008/layout/LinedList"/>
    <dgm:cxn modelId="{B4C68B13-8BE9-4892-9E21-D9D4F53E4149}" type="presParOf" srcId="{A23FC4BA-EC7D-4547-8AE4-8EF997B70CEA}" destId="{5E287618-9D6D-4EA7-974D-DF0614AE09E4}" srcOrd="1" destOrd="0" presId="urn:microsoft.com/office/officeart/2008/layout/LinedList"/>
    <dgm:cxn modelId="{03686E00-C13F-4BA2-A3F8-FDE97E3EBF4B}" type="presParOf" srcId="{5E287618-9D6D-4EA7-974D-DF0614AE09E4}" destId="{0B6F09EB-1AEA-46C7-A2F5-96C43E486EC3}" srcOrd="0" destOrd="0" presId="urn:microsoft.com/office/officeart/2008/layout/LinedList"/>
    <dgm:cxn modelId="{966BE7C0-F9CD-49E5-ACBD-4FF174E677EA}" type="presParOf" srcId="{5E287618-9D6D-4EA7-974D-DF0614AE09E4}" destId="{46763D33-3855-467C-967E-48DF5B6EABA9}" srcOrd="1" destOrd="0" presId="urn:microsoft.com/office/officeart/2008/layout/LinedList"/>
    <dgm:cxn modelId="{19D45893-6957-42AB-B647-9EB8F2E55298}" type="presParOf" srcId="{5E287618-9D6D-4EA7-974D-DF0614AE09E4}" destId="{8CA256C1-BB46-43A3-8D97-17FD31C994CF}" srcOrd="2" destOrd="0" presId="urn:microsoft.com/office/officeart/2008/layout/LinedList"/>
    <dgm:cxn modelId="{66802113-639D-4850-9142-38E46CD18FD8}" type="presParOf" srcId="{A23FC4BA-EC7D-4547-8AE4-8EF997B70CEA}" destId="{DA0909CC-D690-4EA3-B3DB-667F55CC30E6}" srcOrd="2" destOrd="0" presId="urn:microsoft.com/office/officeart/2008/layout/LinedList"/>
    <dgm:cxn modelId="{BB8C52FF-4A3B-4D86-BDBB-348830BE9916}" type="presParOf" srcId="{A23FC4BA-EC7D-4547-8AE4-8EF997B70CEA}" destId="{394CFCCC-AC3D-4BA1-8C43-5E0BE3C95434}" srcOrd="3" destOrd="0" presId="urn:microsoft.com/office/officeart/2008/layout/LinedList"/>
    <dgm:cxn modelId="{DC5DFC6D-1FD1-4323-ADB4-17BE733FBAC8}" type="presParOf" srcId="{F5346D7E-4900-4DB1-9494-8F12CADF08F2}" destId="{C9544261-49F0-47CA-A99B-5795F155CF06}" srcOrd="4" destOrd="0" presId="urn:microsoft.com/office/officeart/2008/layout/LinedList"/>
    <dgm:cxn modelId="{7B3BA117-5DA1-40DC-8174-289DFC8CCE3E}" type="presParOf" srcId="{F5346D7E-4900-4DB1-9494-8F12CADF08F2}" destId="{243FC722-2404-4319-8467-9B6BFA747731}" srcOrd="5" destOrd="0" presId="urn:microsoft.com/office/officeart/2008/layout/LinedList"/>
    <dgm:cxn modelId="{6DF1EAB0-12D5-4E13-B194-04AD40C56534}" type="presParOf" srcId="{243FC722-2404-4319-8467-9B6BFA747731}" destId="{D9EB1F7A-8C12-492D-B483-5D64FEB36758}" srcOrd="0" destOrd="0" presId="urn:microsoft.com/office/officeart/2008/layout/LinedList"/>
    <dgm:cxn modelId="{7C831417-8F5C-41BE-AE35-0494B4A0FE63}" type="presParOf" srcId="{243FC722-2404-4319-8467-9B6BFA747731}" destId="{2522FB94-A708-488F-8B54-962BABBBE1C3}" srcOrd="1" destOrd="0" presId="urn:microsoft.com/office/officeart/2008/layout/LinedList"/>
    <dgm:cxn modelId="{9BBBB509-6174-4107-9CD5-F6D1E0042DBB}" type="presParOf" srcId="{2522FB94-A708-488F-8B54-962BABBBE1C3}" destId="{C52EB17D-4EF5-4640-AB07-09C645CA46D0}" srcOrd="0" destOrd="0" presId="urn:microsoft.com/office/officeart/2008/layout/LinedList"/>
    <dgm:cxn modelId="{47CAD96D-6E40-4B5F-B4BB-E097F0393936}" type="presParOf" srcId="{2522FB94-A708-488F-8B54-962BABBBE1C3}" destId="{6B9B6453-94DC-47A6-9846-6258A69B4903}" srcOrd="1" destOrd="0" presId="urn:microsoft.com/office/officeart/2008/layout/LinedList"/>
    <dgm:cxn modelId="{C8FED576-F2EA-48DC-8B26-C974BF6980EE}" type="presParOf" srcId="{6B9B6453-94DC-47A6-9846-6258A69B4903}" destId="{9EFF2BF6-4D0E-4633-B65E-0FBD3C5FD732}" srcOrd="0" destOrd="0" presId="urn:microsoft.com/office/officeart/2008/layout/LinedList"/>
    <dgm:cxn modelId="{7DEF39BD-D502-49A3-904F-6DDE370368A0}" type="presParOf" srcId="{6B9B6453-94DC-47A6-9846-6258A69B4903}" destId="{74F0EB6C-D9C2-47C9-8D36-411BC39492AD}" srcOrd="1" destOrd="0" presId="urn:microsoft.com/office/officeart/2008/layout/LinedList"/>
    <dgm:cxn modelId="{E3129762-FF2D-42CB-8284-DE4AAD82D5E2}" type="presParOf" srcId="{6B9B6453-94DC-47A6-9846-6258A69B4903}" destId="{FE7FA1C3-F018-42E7-A3FA-29DD3C8AF493}" srcOrd="2" destOrd="0" presId="urn:microsoft.com/office/officeart/2008/layout/LinedList"/>
    <dgm:cxn modelId="{81F6E148-5C95-45CE-B43B-D41DB65FCA8C}" type="presParOf" srcId="{2522FB94-A708-488F-8B54-962BABBBE1C3}" destId="{C9B04048-C65F-4F63-88F6-2EE046D1E1E4}" srcOrd="2" destOrd="0" presId="urn:microsoft.com/office/officeart/2008/layout/LinedList"/>
    <dgm:cxn modelId="{2101DD4D-78E7-43BC-9427-F8EC52AFBF56}" type="presParOf" srcId="{2522FB94-A708-488F-8B54-962BABBBE1C3}" destId="{F4F04FDD-F1DE-4512-8445-3CB465193C7D}" srcOrd="3" destOrd="0" presId="urn:microsoft.com/office/officeart/2008/layout/LinedList"/>
    <dgm:cxn modelId="{67155ACE-D82A-4285-8653-F4942EEC9EA9}" type="presParOf" srcId="{F5346D7E-4900-4DB1-9494-8F12CADF08F2}" destId="{9E48D364-DCA7-419C-BE43-2CCF2BB116A6}" srcOrd="6" destOrd="0" presId="urn:microsoft.com/office/officeart/2008/layout/LinedList"/>
    <dgm:cxn modelId="{2D92F635-D14A-4723-9E15-5F9A3F5547F1}" type="presParOf" srcId="{F5346D7E-4900-4DB1-9494-8F12CADF08F2}" destId="{E83951D8-D5B9-4AC4-87BC-AB5332813D2D}" srcOrd="7" destOrd="0" presId="urn:microsoft.com/office/officeart/2008/layout/LinedList"/>
    <dgm:cxn modelId="{161FF511-168E-41D4-866D-54A32B7EDAD3}" type="presParOf" srcId="{E83951D8-D5B9-4AC4-87BC-AB5332813D2D}" destId="{43E4504C-466C-4AFE-B3C8-D83CEC4EA74F}" srcOrd="0" destOrd="0" presId="urn:microsoft.com/office/officeart/2008/layout/LinedList"/>
    <dgm:cxn modelId="{FB6F454D-AE13-493D-9659-1DA3DAAF3BD4}" type="presParOf" srcId="{E83951D8-D5B9-4AC4-87BC-AB5332813D2D}" destId="{C897326C-BA10-4F38-AA4A-5CFE10DFA678}" srcOrd="1" destOrd="0" presId="urn:microsoft.com/office/officeart/2008/layout/LinedList"/>
    <dgm:cxn modelId="{8FC488CC-B788-4B47-9D42-0F16497F2057}" type="presParOf" srcId="{C897326C-BA10-4F38-AA4A-5CFE10DFA678}" destId="{BCA36FE9-DCDC-474F-87C8-B258D0CD9EDC}" srcOrd="0" destOrd="0" presId="urn:microsoft.com/office/officeart/2008/layout/LinedList"/>
    <dgm:cxn modelId="{D86CF915-DBFB-4F7B-BADC-8A4AB7936E35}" type="presParOf" srcId="{C897326C-BA10-4F38-AA4A-5CFE10DFA678}" destId="{EB988218-C086-4438-8BA2-212A985FC3D0}" srcOrd="1" destOrd="0" presId="urn:microsoft.com/office/officeart/2008/layout/LinedList"/>
    <dgm:cxn modelId="{10D56D6C-9CB1-4F8C-96AB-C3C7346AC078}" type="presParOf" srcId="{EB988218-C086-4438-8BA2-212A985FC3D0}" destId="{D76689B3-BDD0-49AC-A6E8-0115079E538B}" srcOrd="0" destOrd="0" presId="urn:microsoft.com/office/officeart/2008/layout/LinedList"/>
    <dgm:cxn modelId="{496E483E-FDCB-4AD0-8E35-52C0877F136E}" type="presParOf" srcId="{EB988218-C086-4438-8BA2-212A985FC3D0}" destId="{11441910-B351-4869-8A12-590ADFF6F1E2}" srcOrd="1" destOrd="0" presId="urn:microsoft.com/office/officeart/2008/layout/LinedList"/>
    <dgm:cxn modelId="{5CFD78EC-8D29-4E79-8153-FC793C0C3593}" type="presParOf" srcId="{EB988218-C086-4438-8BA2-212A985FC3D0}" destId="{7156E015-B7A2-4E8B-AC55-2BB71137D548}" srcOrd="2" destOrd="0" presId="urn:microsoft.com/office/officeart/2008/layout/LinedList"/>
    <dgm:cxn modelId="{55BD3443-561E-4AD3-B82B-0129AD1F8D66}" type="presParOf" srcId="{C897326C-BA10-4F38-AA4A-5CFE10DFA678}" destId="{63DC3245-C77E-4857-B7A1-63EDF06B55F2}" srcOrd="2" destOrd="0" presId="urn:microsoft.com/office/officeart/2008/layout/LinedList"/>
    <dgm:cxn modelId="{E35C9454-8D6A-44F8-A06E-2A687054C9CC}" type="presParOf" srcId="{C897326C-BA10-4F38-AA4A-5CFE10DFA678}" destId="{AEAD04DD-66A4-4CB4-A7FE-DAA5DC7FB052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7F23A-815B-4189-95D7-D264F48DA0D7}">
      <dsp:nvSpPr>
        <dsp:cNvPr id="0" name=""/>
        <dsp:cNvSpPr/>
      </dsp:nvSpPr>
      <dsp:spPr>
        <a:xfrm>
          <a:off x="0" y="3176"/>
          <a:ext cx="10335350" cy="6766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6A361-94F4-4516-80CE-95BD6280619D}">
      <dsp:nvSpPr>
        <dsp:cNvPr id="0" name=""/>
        <dsp:cNvSpPr/>
      </dsp:nvSpPr>
      <dsp:spPr>
        <a:xfrm>
          <a:off x="204695" y="155429"/>
          <a:ext cx="372173" cy="3721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627D4-B00F-4A10-AC41-EA38C4AB95D4}">
      <dsp:nvSpPr>
        <dsp:cNvPr id="0" name=""/>
        <dsp:cNvSpPr/>
      </dsp:nvSpPr>
      <dsp:spPr>
        <a:xfrm>
          <a:off x="781564" y="3176"/>
          <a:ext cx="465090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Make it interesting</a:t>
          </a:r>
          <a:endParaRPr lang="en-US" sz="1900" kern="1200"/>
        </a:p>
      </dsp:txBody>
      <dsp:txXfrm>
        <a:off x="781564" y="3176"/>
        <a:ext cx="4650907" cy="676679"/>
      </dsp:txXfrm>
    </dsp:sp>
    <dsp:sp modelId="{51800BEA-4B6F-40BE-B39C-8B2B20F2C34F}">
      <dsp:nvSpPr>
        <dsp:cNvPr id="0" name=""/>
        <dsp:cNvSpPr/>
      </dsp:nvSpPr>
      <dsp:spPr>
        <a:xfrm>
          <a:off x="5432472" y="3176"/>
          <a:ext cx="490287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introduce a stake, a reason for them to care about it </a:t>
          </a:r>
          <a:endParaRPr lang="en-US" sz="1400" kern="1200"/>
        </a:p>
      </dsp:txBody>
      <dsp:txXfrm>
        <a:off x="5432472" y="3176"/>
        <a:ext cx="4902877" cy="676679"/>
      </dsp:txXfrm>
    </dsp:sp>
    <dsp:sp modelId="{3917F938-FEAB-467E-BF0C-42766661A09E}">
      <dsp:nvSpPr>
        <dsp:cNvPr id="0" name=""/>
        <dsp:cNvSpPr/>
      </dsp:nvSpPr>
      <dsp:spPr>
        <a:xfrm>
          <a:off x="0" y="849026"/>
          <a:ext cx="10335350" cy="6766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4C337-D906-4DCD-9B6F-4E00BA37C7BC}">
      <dsp:nvSpPr>
        <dsp:cNvPr id="0" name=""/>
        <dsp:cNvSpPr/>
      </dsp:nvSpPr>
      <dsp:spPr>
        <a:xfrm>
          <a:off x="204695" y="1001279"/>
          <a:ext cx="372173" cy="3721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4D980-227B-4519-90C3-4DB316AEDBDB}">
      <dsp:nvSpPr>
        <dsp:cNvPr id="0" name=""/>
        <dsp:cNvSpPr/>
      </dsp:nvSpPr>
      <dsp:spPr>
        <a:xfrm>
          <a:off x="781564" y="849026"/>
          <a:ext cx="465090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Discuss</a:t>
          </a:r>
          <a:r>
            <a:rPr lang="it-IT" sz="1900" kern="1200" dirty="0"/>
            <a:t> and </a:t>
          </a:r>
          <a:r>
            <a:rPr lang="it-IT" sz="1900" kern="1200" dirty="0" err="1"/>
            <a:t>predict</a:t>
          </a:r>
          <a:r>
            <a:rPr lang="it-IT" sz="1900" kern="1200" dirty="0"/>
            <a:t> </a:t>
          </a:r>
          <a:r>
            <a:rPr lang="it-IT" sz="1900" kern="1200" dirty="0" err="1"/>
            <a:t>before</a:t>
          </a:r>
          <a:r>
            <a:rPr lang="it-IT" sz="1900" kern="1200" dirty="0"/>
            <a:t> </a:t>
          </a:r>
          <a:r>
            <a:rPr lang="it-IT" sz="1900" kern="1200" dirty="0" err="1"/>
            <a:t>experiment</a:t>
          </a:r>
          <a:endParaRPr lang="en-US" sz="1900" kern="1200" dirty="0"/>
        </a:p>
      </dsp:txBody>
      <dsp:txXfrm>
        <a:off x="781564" y="849026"/>
        <a:ext cx="4650907" cy="676679"/>
      </dsp:txXfrm>
    </dsp:sp>
    <dsp:sp modelId="{8E99B616-67E8-46E7-89FD-89AE21EA9BC5}">
      <dsp:nvSpPr>
        <dsp:cNvPr id="0" name=""/>
        <dsp:cNvSpPr/>
      </dsp:nvSpPr>
      <dsp:spPr>
        <a:xfrm>
          <a:off x="5432472" y="849026"/>
          <a:ext cx="490287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come up with ideas collectively 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ask: what do we expect? how do you think it will play out</a:t>
          </a:r>
          <a:endParaRPr lang="en-US" sz="1400" kern="1200"/>
        </a:p>
      </dsp:txBody>
      <dsp:txXfrm>
        <a:off x="5432472" y="849026"/>
        <a:ext cx="4902877" cy="676679"/>
      </dsp:txXfrm>
    </dsp:sp>
    <dsp:sp modelId="{4F5906A7-B5E3-4ED8-9AE2-B56BAB062A55}">
      <dsp:nvSpPr>
        <dsp:cNvPr id="0" name=""/>
        <dsp:cNvSpPr/>
      </dsp:nvSpPr>
      <dsp:spPr>
        <a:xfrm>
          <a:off x="0" y="1694875"/>
          <a:ext cx="10335350" cy="6766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62BC0-E3D6-455B-A1DF-768C9A875CE5}">
      <dsp:nvSpPr>
        <dsp:cNvPr id="0" name=""/>
        <dsp:cNvSpPr/>
      </dsp:nvSpPr>
      <dsp:spPr>
        <a:xfrm>
          <a:off x="204695" y="1847128"/>
          <a:ext cx="372173" cy="3721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FCAE2-13CF-4E0C-A14A-CD59260B86FB}">
      <dsp:nvSpPr>
        <dsp:cNvPr id="0" name=""/>
        <dsp:cNvSpPr/>
      </dsp:nvSpPr>
      <dsp:spPr>
        <a:xfrm>
          <a:off x="781564" y="1694875"/>
          <a:ext cx="465090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Gamefy</a:t>
          </a:r>
          <a:endParaRPr lang="en-US" sz="1900" kern="1200" dirty="0"/>
        </a:p>
      </dsp:txBody>
      <dsp:txXfrm>
        <a:off x="781564" y="1694875"/>
        <a:ext cx="4650907" cy="676679"/>
      </dsp:txXfrm>
    </dsp:sp>
    <dsp:sp modelId="{F6BDBD12-8DE8-41FC-99C5-EE187BCB9A54}">
      <dsp:nvSpPr>
        <dsp:cNvPr id="0" name=""/>
        <dsp:cNvSpPr/>
      </dsp:nvSpPr>
      <dsp:spPr>
        <a:xfrm>
          <a:off x="5432472" y="1694875"/>
          <a:ext cx="490287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emphasis on collaboration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make the task </a:t>
          </a:r>
          <a:r>
            <a:rPr lang="it-IT" sz="1400" kern="1200" dirty="0" err="1"/>
            <a:t>entertaining</a:t>
          </a:r>
          <a:r>
            <a:rPr lang="it-IT" sz="1400" kern="1200" dirty="0"/>
            <a:t> </a:t>
          </a:r>
          <a:endParaRPr lang="en-US" sz="1400" kern="1200" dirty="0"/>
        </a:p>
      </dsp:txBody>
      <dsp:txXfrm>
        <a:off x="5432472" y="1694875"/>
        <a:ext cx="4902877" cy="676679"/>
      </dsp:txXfrm>
    </dsp:sp>
    <dsp:sp modelId="{9D4BA008-3EA3-424F-A777-FBE5156BF0F4}">
      <dsp:nvSpPr>
        <dsp:cNvPr id="0" name=""/>
        <dsp:cNvSpPr/>
      </dsp:nvSpPr>
      <dsp:spPr>
        <a:xfrm>
          <a:off x="0" y="2540725"/>
          <a:ext cx="10335350" cy="6766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B2F91-EF94-4F74-90B9-E69AD636AD92}">
      <dsp:nvSpPr>
        <dsp:cNvPr id="0" name=""/>
        <dsp:cNvSpPr/>
      </dsp:nvSpPr>
      <dsp:spPr>
        <a:xfrm>
          <a:off x="204695" y="2692978"/>
          <a:ext cx="372173" cy="3721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B3972-C618-40B1-9A49-3DAAB99B81F3}">
      <dsp:nvSpPr>
        <dsp:cNvPr id="0" name=""/>
        <dsp:cNvSpPr/>
      </dsp:nvSpPr>
      <dsp:spPr>
        <a:xfrm>
          <a:off x="781564" y="2540725"/>
          <a:ext cx="465090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Diverse </a:t>
          </a:r>
          <a:r>
            <a:rPr lang="it-IT" sz="1900" kern="1200" dirty="0" err="1"/>
            <a:t>explanation</a:t>
          </a:r>
          <a:endParaRPr lang="en-US" sz="1900" kern="1200" dirty="0"/>
        </a:p>
      </dsp:txBody>
      <dsp:txXfrm>
        <a:off x="781564" y="2540725"/>
        <a:ext cx="4650907" cy="676679"/>
      </dsp:txXfrm>
    </dsp:sp>
    <dsp:sp modelId="{9C6A442C-B9AB-4AB6-9FD3-EC7F6C465B15}">
      <dsp:nvSpPr>
        <dsp:cNvPr id="0" name=""/>
        <dsp:cNvSpPr/>
      </dsp:nvSpPr>
      <dsp:spPr>
        <a:xfrm>
          <a:off x="5432472" y="2540725"/>
          <a:ext cx="490287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introduce the concept from multiple angles</a:t>
          </a:r>
          <a:endParaRPr lang="en-US" sz="1400" kern="1200"/>
        </a:p>
      </dsp:txBody>
      <dsp:txXfrm>
        <a:off x="5432472" y="2540725"/>
        <a:ext cx="4902877" cy="676679"/>
      </dsp:txXfrm>
    </dsp:sp>
    <dsp:sp modelId="{9CF8F2F7-A4D7-48A4-98E3-FDD9132E25DE}">
      <dsp:nvSpPr>
        <dsp:cNvPr id="0" name=""/>
        <dsp:cNvSpPr/>
      </dsp:nvSpPr>
      <dsp:spPr>
        <a:xfrm>
          <a:off x="0" y="3349627"/>
          <a:ext cx="10335350" cy="6766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01331-DE3D-45B6-8236-680F7ACCCF30}">
      <dsp:nvSpPr>
        <dsp:cNvPr id="0" name=""/>
        <dsp:cNvSpPr/>
      </dsp:nvSpPr>
      <dsp:spPr>
        <a:xfrm>
          <a:off x="204695" y="3538827"/>
          <a:ext cx="372173" cy="3721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C1254-42FD-4A5F-99EB-8FB8B2A645D2}">
      <dsp:nvSpPr>
        <dsp:cNvPr id="0" name=""/>
        <dsp:cNvSpPr/>
      </dsp:nvSpPr>
      <dsp:spPr>
        <a:xfrm>
          <a:off x="781564" y="3386574"/>
          <a:ext cx="465090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Build upon concepts</a:t>
          </a:r>
          <a:endParaRPr lang="en-US" sz="1900" kern="1200"/>
        </a:p>
      </dsp:txBody>
      <dsp:txXfrm>
        <a:off x="781564" y="3386574"/>
        <a:ext cx="4650907" cy="676679"/>
      </dsp:txXfrm>
    </dsp:sp>
    <dsp:sp modelId="{A2FC4F8F-BB79-492D-B90E-D6C3BEABC8BC}">
      <dsp:nvSpPr>
        <dsp:cNvPr id="0" name=""/>
        <dsp:cNvSpPr/>
      </dsp:nvSpPr>
      <dsp:spPr>
        <a:xfrm>
          <a:off x="5432472" y="3386574"/>
          <a:ext cx="4902877" cy="676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15" tIns="71615" rIns="71615" bIns="716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start with easy, end with </a:t>
          </a:r>
          <a:r>
            <a:rPr lang="it-IT" sz="1400" kern="1200" dirty="0" err="1"/>
            <a:t>difficult</a:t>
          </a:r>
          <a:r>
            <a:rPr lang="it-IT" sz="1400" kern="1200" dirty="0"/>
            <a:t> </a:t>
          </a:r>
          <a:endParaRPr lang="en-US" sz="1400" kern="1200" dirty="0"/>
        </a:p>
      </dsp:txBody>
      <dsp:txXfrm>
        <a:off x="5432472" y="3386574"/>
        <a:ext cx="4902877" cy="6766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F1FFF-3B15-4CD4-A379-B30C0529A276}">
      <dsp:nvSpPr>
        <dsp:cNvPr id="0" name=""/>
        <dsp:cNvSpPr/>
      </dsp:nvSpPr>
      <dsp:spPr>
        <a:xfrm>
          <a:off x="0" y="428826"/>
          <a:ext cx="6949440" cy="7125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Introduce the concept of equally as likely</a:t>
          </a:r>
          <a:endParaRPr lang="en-US" sz="2900" kern="1200"/>
        </a:p>
      </dsp:txBody>
      <dsp:txXfrm>
        <a:off x="34783" y="463609"/>
        <a:ext cx="6879874" cy="642964"/>
      </dsp:txXfrm>
    </dsp:sp>
    <dsp:sp modelId="{1F335993-9B96-405D-BC88-FEAE34D12DC1}">
      <dsp:nvSpPr>
        <dsp:cNvPr id="0" name=""/>
        <dsp:cNvSpPr/>
      </dsp:nvSpPr>
      <dsp:spPr>
        <a:xfrm>
          <a:off x="0" y="1141356"/>
          <a:ext cx="694944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300" kern="1200" dirty="0">
              <a:solidFill>
                <a:schemeClr val="tx2"/>
              </a:solidFill>
            </a:rPr>
            <a:t>start with </a:t>
          </a:r>
          <a:r>
            <a:rPr lang="it-IT" sz="2300" kern="1200" dirty="0" err="1">
              <a:solidFill>
                <a:schemeClr val="tx2"/>
              </a:solidFill>
            </a:rPr>
            <a:t>simple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coin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toss</a:t>
          </a:r>
          <a:r>
            <a:rPr lang="it-IT" sz="2300" kern="1200" dirty="0">
              <a:solidFill>
                <a:schemeClr val="tx2"/>
              </a:solidFill>
            </a:rPr>
            <a:t> </a:t>
          </a:r>
          <a:endParaRPr lang="en-US" sz="2300" kern="1200" dirty="0">
            <a:solidFill>
              <a:schemeClr val="tx2"/>
            </a:solidFill>
          </a:endParaRPr>
        </a:p>
      </dsp:txBody>
      <dsp:txXfrm>
        <a:off x="0" y="1141356"/>
        <a:ext cx="6949440" cy="480240"/>
      </dsp:txXfrm>
    </dsp:sp>
    <dsp:sp modelId="{A713DFAB-E5CA-4AB7-A2C8-99F36F969CA3}">
      <dsp:nvSpPr>
        <dsp:cNvPr id="0" name=""/>
        <dsp:cNvSpPr/>
      </dsp:nvSpPr>
      <dsp:spPr>
        <a:xfrm>
          <a:off x="0" y="1621596"/>
          <a:ext cx="6949440" cy="71253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900" kern="1200" dirty="0" err="1"/>
            <a:t>Throw</a:t>
          </a:r>
          <a:r>
            <a:rPr lang="nb-NO" sz="2900" kern="1200" dirty="0"/>
            <a:t> </a:t>
          </a:r>
          <a:r>
            <a:rPr lang="nb-NO" sz="2900" kern="1200" dirty="0" err="1"/>
            <a:t>of</a:t>
          </a:r>
          <a:r>
            <a:rPr lang="nb-NO" sz="2900" kern="1200" dirty="0"/>
            <a:t> DICE </a:t>
          </a:r>
          <a:endParaRPr lang="en-US" sz="2900" kern="1200" dirty="0"/>
        </a:p>
      </dsp:txBody>
      <dsp:txXfrm>
        <a:off x="34783" y="1656379"/>
        <a:ext cx="6879874" cy="642964"/>
      </dsp:txXfrm>
    </dsp:sp>
    <dsp:sp modelId="{8DA320E4-94CB-49BD-8CAF-BEE3C5CC14DE}">
      <dsp:nvSpPr>
        <dsp:cNvPr id="0" name=""/>
        <dsp:cNvSpPr/>
      </dsp:nvSpPr>
      <dsp:spPr>
        <a:xfrm>
          <a:off x="0" y="2334126"/>
          <a:ext cx="694944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300" kern="1200" dirty="0" err="1">
              <a:solidFill>
                <a:schemeClr val="tx2"/>
              </a:solidFill>
            </a:rPr>
            <a:t>discuss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about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probability</a:t>
          </a:r>
          <a:r>
            <a:rPr lang="it-IT" sz="2300" kern="1200" dirty="0">
              <a:solidFill>
                <a:schemeClr val="tx2"/>
              </a:solidFill>
            </a:rPr>
            <a:t> of the </a:t>
          </a:r>
          <a:r>
            <a:rPr lang="it-IT" sz="2300" kern="1200" dirty="0" err="1">
              <a:solidFill>
                <a:schemeClr val="tx2"/>
              </a:solidFill>
            </a:rPr>
            <a:t>numbers</a:t>
          </a:r>
          <a:endParaRPr lang="en-US" sz="2300" kern="1200" dirty="0">
            <a:solidFill>
              <a:schemeClr val="tx2"/>
            </a:solidFill>
          </a:endParaRPr>
        </a:p>
      </dsp:txBody>
      <dsp:txXfrm>
        <a:off x="0" y="2334126"/>
        <a:ext cx="6949440" cy="480240"/>
      </dsp:txXfrm>
    </dsp:sp>
    <dsp:sp modelId="{00CCF742-CBAC-4CD1-9BDB-5BFD0B834C3D}">
      <dsp:nvSpPr>
        <dsp:cNvPr id="0" name=""/>
        <dsp:cNvSpPr/>
      </dsp:nvSpPr>
      <dsp:spPr>
        <a:xfrm>
          <a:off x="0" y="2814366"/>
          <a:ext cx="6949440" cy="71253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/>
            <a:t>EXPERIMENT</a:t>
          </a:r>
          <a:endParaRPr lang="en-US" sz="2900" kern="1200" dirty="0"/>
        </a:p>
      </dsp:txBody>
      <dsp:txXfrm>
        <a:off x="34783" y="2849149"/>
        <a:ext cx="6879874" cy="642964"/>
      </dsp:txXfrm>
    </dsp:sp>
    <dsp:sp modelId="{0B5A74EA-0856-4940-8FF4-4FA5324C32B8}">
      <dsp:nvSpPr>
        <dsp:cNvPr id="0" name=""/>
        <dsp:cNvSpPr/>
      </dsp:nvSpPr>
      <dsp:spPr>
        <a:xfrm>
          <a:off x="0" y="3526896"/>
          <a:ext cx="6949440" cy="183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300" kern="1200" dirty="0" err="1">
              <a:solidFill>
                <a:schemeClr val="tx2"/>
              </a:solidFill>
            </a:rPr>
            <a:t>everyone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throws</a:t>
          </a:r>
          <a:r>
            <a:rPr lang="it-IT" sz="2300" kern="1200" dirty="0">
              <a:solidFill>
                <a:schemeClr val="tx2"/>
              </a:solidFill>
            </a:rPr>
            <a:t> dice and </a:t>
          </a:r>
          <a:r>
            <a:rPr lang="it-IT" sz="2300" kern="1200" dirty="0" err="1">
              <a:solidFill>
                <a:schemeClr val="tx2"/>
              </a:solidFill>
            </a:rPr>
            <a:t>collect</a:t>
          </a:r>
          <a:r>
            <a:rPr lang="it-IT" sz="2300" kern="1200" dirty="0">
              <a:solidFill>
                <a:schemeClr val="tx2"/>
              </a:solidFill>
            </a:rPr>
            <a:t> the </a:t>
          </a:r>
          <a:r>
            <a:rPr lang="it-IT" sz="2300" kern="1200" dirty="0" err="1">
              <a:solidFill>
                <a:schemeClr val="tx2"/>
              </a:solidFill>
            </a:rPr>
            <a:t>numbers</a:t>
          </a:r>
          <a:endParaRPr lang="en-US" sz="2300" kern="1200" dirty="0">
            <a:solidFill>
              <a:schemeClr val="tx2"/>
            </a:solidFill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300" kern="1200" dirty="0">
              <a:solidFill>
                <a:schemeClr val="tx2"/>
              </a:solidFill>
            </a:rPr>
            <a:t>create a board with </a:t>
          </a:r>
          <a:r>
            <a:rPr lang="it-IT" sz="2300" kern="1200" dirty="0" err="1">
              <a:solidFill>
                <a:schemeClr val="tx2"/>
              </a:solidFill>
            </a:rPr>
            <a:t>columns</a:t>
          </a:r>
          <a:r>
            <a:rPr lang="it-IT" sz="2300" kern="1200" dirty="0">
              <a:solidFill>
                <a:schemeClr val="tx2"/>
              </a:solidFill>
            </a:rPr>
            <a:t>: </a:t>
          </a:r>
          <a:r>
            <a:rPr lang="it-IT" sz="2300" kern="1200" dirty="0" err="1">
              <a:solidFill>
                <a:schemeClr val="tx2"/>
              </a:solidFill>
            </a:rPr>
            <a:t>insert</a:t>
          </a:r>
          <a:r>
            <a:rPr lang="it-IT" sz="2300" kern="1200" dirty="0">
              <a:solidFill>
                <a:schemeClr val="tx2"/>
              </a:solidFill>
            </a:rPr>
            <a:t> a token or </a:t>
          </a:r>
          <a:r>
            <a:rPr lang="it-IT" sz="2300" kern="1200" dirty="0" err="1">
              <a:solidFill>
                <a:schemeClr val="tx2"/>
              </a:solidFill>
            </a:rPr>
            <a:t>draw</a:t>
          </a:r>
          <a:r>
            <a:rPr lang="it-IT" sz="2300" kern="1200" dirty="0">
              <a:solidFill>
                <a:schemeClr val="tx2"/>
              </a:solidFill>
            </a:rPr>
            <a:t> a point for </a:t>
          </a:r>
          <a:r>
            <a:rPr lang="it-IT" sz="2300" kern="1200" dirty="0" err="1">
              <a:solidFill>
                <a:schemeClr val="tx2"/>
              </a:solidFill>
            </a:rPr>
            <a:t>every</a:t>
          </a:r>
          <a:r>
            <a:rPr lang="it-IT" sz="2300" kern="1200" dirty="0">
              <a:solidFill>
                <a:schemeClr val="tx2"/>
              </a:solidFill>
            </a:rPr>
            <a:t> time a </a:t>
          </a:r>
          <a:r>
            <a:rPr lang="it-IT" sz="2300" kern="1200" dirty="0" err="1">
              <a:solidFill>
                <a:schemeClr val="tx2"/>
              </a:solidFill>
            </a:rPr>
            <a:t>number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comes</a:t>
          </a:r>
          <a:r>
            <a:rPr lang="it-IT" sz="2300" kern="1200" dirty="0">
              <a:solidFill>
                <a:schemeClr val="tx2"/>
              </a:solidFill>
            </a:rPr>
            <a:t> up</a:t>
          </a:r>
          <a:endParaRPr lang="en-US" sz="2300" kern="1200" dirty="0">
            <a:solidFill>
              <a:schemeClr val="tx2"/>
            </a:solidFill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300" kern="1200" dirty="0">
              <a:solidFill>
                <a:schemeClr val="tx2"/>
              </a:solidFill>
            </a:rPr>
            <a:t>show </a:t>
          </a:r>
          <a:r>
            <a:rPr lang="it-IT" sz="2300" kern="1200" dirty="0" err="1">
              <a:solidFill>
                <a:schemeClr val="tx2"/>
              </a:solidFill>
            </a:rPr>
            <a:t>that</a:t>
          </a:r>
          <a:r>
            <a:rPr lang="it-IT" sz="2300" kern="1200" dirty="0">
              <a:solidFill>
                <a:schemeClr val="tx2"/>
              </a:solidFill>
            </a:rPr>
            <a:t> with a </a:t>
          </a:r>
          <a:r>
            <a:rPr lang="it-IT" sz="2300" kern="1200" dirty="0" err="1">
              <a:solidFill>
                <a:schemeClr val="tx2"/>
              </a:solidFill>
            </a:rPr>
            <a:t>lot</a:t>
          </a:r>
          <a:r>
            <a:rPr lang="it-IT" sz="2300" kern="1200" dirty="0">
              <a:solidFill>
                <a:schemeClr val="tx2"/>
              </a:solidFill>
            </a:rPr>
            <a:t> of </a:t>
          </a:r>
          <a:r>
            <a:rPr lang="it-IT" sz="2300" kern="1200" dirty="0" err="1">
              <a:solidFill>
                <a:schemeClr val="tx2"/>
              </a:solidFill>
            </a:rPr>
            <a:t>repetition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all</a:t>
          </a:r>
          <a:r>
            <a:rPr lang="it-IT" sz="2300" kern="1200" dirty="0">
              <a:solidFill>
                <a:schemeClr val="tx2"/>
              </a:solidFill>
            </a:rPr>
            <a:t> of </a:t>
          </a:r>
          <a:r>
            <a:rPr lang="it-IT" sz="2300" kern="1200" dirty="0" err="1">
              <a:solidFill>
                <a:schemeClr val="tx2"/>
              </a:solidFill>
            </a:rPr>
            <a:t>them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have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about</a:t>
          </a:r>
          <a:r>
            <a:rPr lang="it-IT" sz="2300" kern="1200" dirty="0">
              <a:solidFill>
                <a:schemeClr val="tx2"/>
              </a:solidFill>
            </a:rPr>
            <a:t> the </a:t>
          </a:r>
          <a:r>
            <a:rPr lang="it-IT" sz="2300" kern="1200" dirty="0" err="1">
              <a:solidFill>
                <a:schemeClr val="tx2"/>
              </a:solidFill>
            </a:rPr>
            <a:t>same</a:t>
          </a:r>
          <a:r>
            <a:rPr lang="it-IT" sz="2300" kern="1200" dirty="0">
              <a:solidFill>
                <a:schemeClr val="tx2"/>
              </a:solidFill>
            </a:rPr>
            <a:t> </a:t>
          </a:r>
          <a:r>
            <a:rPr lang="it-IT" sz="2300" kern="1200" dirty="0" err="1">
              <a:solidFill>
                <a:schemeClr val="tx2"/>
              </a:solidFill>
            </a:rPr>
            <a:t>number</a:t>
          </a:r>
          <a:r>
            <a:rPr lang="it-IT" sz="2300" kern="1200" dirty="0">
              <a:solidFill>
                <a:schemeClr val="tx2"/>
              </a:solidFill>
            </a:rPr>
            <a:t> of points</a:t>
          </a:r>
          <a:endParaRPr lang="en-US" sz="2300" kern="1200" dirty="0">
            <a:solidFill>
              <a:schemeClr val="tx2"/>
            </a:solidFill>
          </a:endParaRPr>
        </a:p>
      </dsp:txBody>
      <dsp:txXfrm>
        <a:off x="0" y="3526896"/>
        <a:ext cx="6949440" cy="1830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0C174-5124-4C61-B30D-2C41F8DF90F8}">
      <dsp:nvSpPr>
        <dsp:cNvPr id="0" name=""/>
        <dsp:cNvSpPr/>
      </dsp:nvSpPr>
      <dsp:spPr>
        <a:xfrm>
          <a:off x="0" y="74822"/>
          <a:ext cx="6949440" cy="663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/>
            <a:t>Introduce the concept of MORE likely</a:t>
          </a:r>
          <a:endParaRPr lang="en-US" sz="2700" kern="1200"/>
        </a:p>
      </dsp:txBody>
      <dsp:txXfrm>
        <a:off x="32384" y="107206"/>
        <a:ext cx="6884672" cy="598621"/>
      </dsp:txXfrm>
    </dsp:sp>
    <dsp:sp modelId="{FF283E81-D122-48DA-B292-AEE8B17A00CA}">
      <dsp:nvSpPr>
        <dsp:cNvPr id="0" name=""/>
        <dsp:cNvSpPr/>
      </dsp:nvSpPr>
      <dsp:spPr>
        <a:xfrm>
          <a:off x="0" y="738212"/>
          <a:ext cx="6949440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 err="1">
              <a:solidFill>
                <a:schemeClr val="tx2"/>
              </a:solidFill>
            </a:rPr>
            <a:t>bag</a:t>
          </a:r>
          <a:r>
            <a:rPr lang="it-IT" sz="2100" kern="1200" dirty="0">
              <a:solidFill>
                <a:schemeClr val="tx2"/>
              </a:solidFill>
            </a:rPr>
            <a:t> of </a:t>
          </a:r>
          <a:r>
            <a:rPr lang="it-IT" sz="2100" kern="1200" dirty="0" err="1">
              <a:solidFill>
                <a:schemeClr val="tx2"/>
              </a:solidFill>
            </a:rPr>
            <a:t>marbles</a:t>
          </a:r>
          <a:r>
            <a:rPr lang="it-IT" sz="2100" kern="1200" dirty="0">
              <a:solidFill>
                <a:schemeClr val="tx2"/>
              </a:solidFill>
            </a:rPr>
            <a:t> with 10 blue and 2 red -&gt; </a:t>
          </a:r>
          <a:r>
            <a:rPr lang="it-IT" sz="2100" kern="1200" dirty="0" err="1">
              <a:solidFill>
                <a:schemeClr val="tx2"/>
              </a:solidFill>
            </a:rPr>
            <a:t>what</a:t>
          </a:r>
          <a:r>
            <a:rPr lang="it-IT" sz="2100" kern="1200" dirty="0">
              <a:solidFill>
                <a:schemeClr val="tx2"/>
              </a:solidFill>
            </a:rPr>
            <a:t> are </a:t>
          </a:r>
          <a:r>
            <a:rPr lang="it-IT" sz="2100" kern="1200" dirty="0" err="1">
              <a:solidFill>
                <a:schemeClr val="tx2"/>
              </a:solidFill>
            </a:rPr>
            <a:t>we</a:t>
          </a:r>
          <a:r>
            <a:rPr lang="it-IT" sz="2100" kern="1200" dirty="0">
              <a:solidFill>
                <a:schemeClr val="tx2"/>
              </a:solidFill>
            </a:rPr>
            <a:t> </a:t>
          </a:r>
          <a:r>
            <a:rPr lang="it-IT" sz="2100" kern="1200" dirty="0" err="1">
              <a:solidFill>
                <a:schemeClr val="tx2"/>
              </a:solidFill>
            </a:rPr>
            <a:t>going</a:t>
          </a:r>
          <a:r>
            <a:rPr lang="it-IT" sz="2100" kern="1200" dirty="0">
              <a:solidFill>
                <a:schemeClr val="tx2"/>
              </a:solidFill>
            </a:rPr>
            <a:t> to </a:t>
          </a:r>
          <a:r>
            <a:rPr lang="it-IT" sz="2100" kern="1200" dirty="0" err="1">
              <a:solidFill>
                <a:schemeClr val="tx2"/>
              </a:solidFill>
            </a:rPr>
            <a:t>draw</a:t>
          </a:r>
          <a:r>
            <a:rPr lang="it-IT" sz="2100" kern="1200" dirty="0">
              <a:solidFill>
                <a:schemeClr val="tx2"/>
              </a:solidFill>
            </a:rPr>
            <a:t>?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0" y="738212"/>
        <a:ext cx="6949440" cy="656707"/>
      </dsp:txXfrm>
    </dsp:sp>
    <dsp:sp modelId="{5006283A-56C7-4099-B686-C06C4BAEAB24}">
      <dsp:nvSpPr>
        <dsp:cNvPr id="0" name=""/>
        <dsp:cNvSpPr/>
      </dsp:nvSpPr>
      <dsp:spPr>
        <a:xfrm>
          <a:off x="0" y="1374142"/>
          <a:ext cx="6949440" cy="66338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700" kern="1200"/>
            <a:t>Throw of TWO DICE</a:t>
          </a:r>
          <a:endParaRPr lang="en-US" sz="2700" kern="1200"/>
        </a:p>
      </dsp:txBody>
      <dsp:txXfrm>
        <a:off x="32384" y="1406526"/>
        <a:ext cx="6884672" cy="598621"/>
      </dsp:txXfrm>
    </dsp:sp>
    <dsp:sp modelId="{A65FECC5-097E-4F24-8B3F-8197752656FE}">
      <dsp:nvSpPr>
        <dsp:cNvPr id="0" name=""/>
        <dsp:cNvSpPr/>
      </dsp:nvSpPr>
      <dsp:spPr>
        <a:xfrm>
          <a:off x="0" y="2058310"/>
          <a:ext cx="6949440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 err="1">
              <a:solidFill>
                <a:schemeClr val="tx2"/>
              </a:solidFill>
            </a:rPr>
            <a:t>discuss</a:t>
          </a:r>
          <a:r>
            <a:rPr lang="it-IT" sz="2100" kern="1200" dirty="0">
              <a:solidFill>
                <a:schemeClr val="tx2"/>
              </a:solidFill>
            </a:rPr>
            <a:t> </a:t>
          </a:r>
          <a:r>
            <a:rPr lang="it-IT" sz="2100" kern="1200" dirty="0" err="1">
              <a:solidFill>
                <a:schemeClr val="tx2"/>
              </a:solidFill>
            </a:rPr>
            <a:t>about</a:t>
          </a:r>
          <a:r>
            <a:rPr lang="it-IT" sz="2100" kern="1200" dirty="0">
              <a:solidFill>
                <a:schemeClr val="tx2"/>
              </a:solidFill>
            </a:rPr>
            <a:t> the </a:t>
          </a:r>
          <a:r>
            <a:rPr lang="it-IT" sz="2100" kern="1200" dirty="0" err="1">
              <a:solidFill>
                <a:schemeClr val="tx2"/>
              </a:solidFill>
            </a:rPr>
            <a:t>probabilities</a:t>
          </a:r>
          <a:r>
            <a:rPr lang="it-IT" sz="2100" kern="1200" dirty="0">
              <a:solidFill>
                <a:schemeClr val="tx2"/>
              </a:solidFill>
            </a:rPr>
            <a:t> of </a:t>
          </a:r>
          <a:r>
            <a:rPr lang="it-IT" sz="2100" kern="1200" dirty="0" err="1">
              <a:solidFill>
                <a:schemeClr val="tx2"/>
              </a:solidFill>
            </a:rPr>
            <a:t>each</a:t>
          </a:r>
          <a:r>
            <a:rPr lang="it-IT" sz="2100" kern="1200" dirty="0">
              <a:solidFill>
                <a:schemeClr val="tx2"/>
              </a:solidFill>
            </a:rPr>
            <a:t> sum </a:t>
          </a:r>
          <a:r>
            <a:rPr lang="it-IT" sz="2100" kern="1200" dirty="0" err="1">
              <a:solidFill>
                <a:schemeClr val="tx2"/>
              </a:solidFill>
            </a:rPr>
            <a:t>combination</a:t>
          </a:r>
          <a:r>
            <a:rPr lang="it-IT" sz="2100" kern="1200" dirty="0">
              <a:solidFill>
                <a:schemeClr val="tx2"/>
              </a:solidFill>
            </a:rPr>
            <a:t> -&gt;are </a:t>
          </a:r>
          <a:r>
            <a:rPr lang="it-IT" sz="2100" kern="1200" dirty="0" err="1">
              <a:solidFill>
                <a:schemeClr val="tx2"/>
              </a:solidFill>
            </a:rPr>
            <a:t>they</a:t>
          </a:r>
          <a:r>
            <a:rPr lang="it-IT" sz="2100" kern="1200" dirty="0">
              <a:solidFill>
                <a:schemeClr val="tx2"/>
              </a:solidFill>
            </a:rPr>
            <a:t> the </a:t>
          </a:r>
          <a:r>
            <a:rPr lang="it-IT" sz="2100" kern="1200" dirty="0" err="1">
              <a:solidFill>
                <a:schemeClr val="tx2"/>
              </a:solidFill>
            </a:rPr>
            <a:t>same</a:t>
          </a:r>
          <a:r>
            <a:rPr lang="it-IT" sz="2100" kern="1200" dirty="0">
              <a:solidFill>
                <a:schemeClr val="tx2"/>
              </a:solidFill>
            </a:rPr>
            <a:t> of </a:t>
          </a:r>
          <a:r>
            <a:rPr lang="it-IT" sz="2100" kern="1200" dirty="0" err="1">
              <a:solidFill>
                <a:schemeClr val="tx2"/>
              </a:solidFill>
            </a:rPr>
            <a:t>is</a:t>
          </a:r>
          <a:r>
            <a:rPr lang="it-IT" sz="2100" kern="1200" dirty="0">
              <a:solidFill>
                <a:schemeClr val="tx2"/>
              </a:solidFill>
            </a:rPr>
            <a:t> one </a:t>
          </a:r>
          <a:r>
            <a:rPr lang="it-IT" sz="2100" kern="1200" dirty="0" err="1">
              <a:solidFill>
                <a:schemeClr val="tx2"/>
              </a:solidFill>
            </a:rPr>
            <a:t>number</a:t>
          </a:r>
          <a:r>
            <a:rPr lang="it-IT" sz="2100" kern="1200" dirty="0">
              <a:solidFill>
                <a:schemeClr val="tx2"/>
              </a:solidFill>
            </a:rPr>
            <a:t> more </a:t>
          </a:r>
          <a:r>
            <a:rPr lang="it-IT" sz="2100" kern="1200" dirty="0" err="1">
              <a:solidFill>
                <a:schemeClr val="tx2"/>
              </a:solidFill>
            </a:rPr>
            <a:t>likely</a:t>
          </a:r>
          <a:r>
            <a:rPr lang="it-IT" sz="2100" kern="1200" dirty="0">
              <a:solidFill>
                <a:schemeClr val="tx2"/>
              </a:solidFill>
            </a:rPr>
            <a:t>?</a:t>
          </a:r>
          <a:endParaRPr lang="en-US" sz="2100" kern="1200" dirty="0">
            <a:solidFill>
              <a:schemeClr val="tx2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 err="1">
              <a:solidFill>
                <a:schemeClr val="tx2"/>
              </a:solidFill>
            </a:rPr>
            <a:t>draw</a:t>
          </a:r>
          <a:r>
            <a:rPr lang="it-IT" sz="2100" kern="1200" dirty="0">
              <a:solidFill>
                <a:schemeClr val="tx2"/>
              </a:solidFill>
            </a:rPr>
            <a:t> a board of </a:t>
          </a:r>
          <a:r>
            <a:rPr lang="it-IT" sz="2100" kern="1200" dirty="0" err="1">
              <a:solidFill>
                <a:schemeClr val="tx2"/>
              </a:solidFill>
            </a:rPr>
            <a:t>all</a:t>
          </a:r>
          <a:r>
            <a:rPr lang="it-IT" sz="2100" kern="1200" dirty="0">
              <a:solidFill>
                <a:schemeClr val="tx2"/>
              </a:solidFill>
            </a:rPr>
            <a:t> 36 </a:t>
          </a:r>
          <a:r>
            <a:rPr lang="it-IT" sz="2100" kern="1200" dirty="0" err="1">
              <a:solidFill>
                <a:schemeClr val="tx2"/>
              </a:solidFill>
            </a:rPr>
            <a:t>combinations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0" y="2058310"/>
        <a:ext cx="6949440" cy="1313414"/>
      </dsp:txXfrm>
    </dsp:sp>
    <dsp:sp modelId="{BB7EB3C3-EE63-4B73-9EC7-0CB5B1AE496B}">
      <dsp:nvSpPr>
        <dsp:cNvPr id="0" name=""/>
        <dsp:cNvSpPr/>
      </dsp:nvSpPr>
      <dsp:spPr>
        <a:xfrm>
          <a:off x="0" y="3371725"/>
          <a:ext cx="6949440" cy="66338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/>
            <a:t>EXPERIMENT</a:t>
          </a:r>
          <a:endParaRPr lang="en-US" sz="2700" kern="1200"/>
        </a:p>
      </dsp:txBody>
      <dsp:txXfrm>
        <a:off x="32384" y="3404109"/>
        <a:ext cx="6884672" cy="598621"/>
      </dsp:txXfrm>
    </dsp:sp>
    <dsp:sp modelId="{1A6DC51F-F0BF-4FA0-B4CA-8ED909C7448F}">
      <dsp:nvSpPr>
        <dsp:cNvPr id="0" name=""/>
        <dsp:cNvSpPr/>
      </dsp:nvSpPr>
      <dsp:spPr>
        <a:xfrm>
          <a:off x="0" y="4035115"/>
          <a:ext cx="6949440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>
              <a:solidFill>
                <a:schemeClr val="tx2"/>
              </a:solidFill>
            </a:rPr>
            <a:t>work in PAIRS: </a:t>
          </a:r>
          <a:r>
            <a:rPr lang="it-IT" sz="2100" kern="1200" dirty="0" err="1">
              <a:solidFill>
                <a:schemeClr val="tx2"/>
              </a:solidFill>
            </a:rPr>
            <a:t>throw</a:t>
          </a:r>
          <a:r>
            <a:rPr lang="it-IT" sz="2100" kern="1200" dirty="0">
              <a:solidFill>
                <a:schemeClr val="tx2"/>
              </a:solidFill>
            </a:rPr>
            <a:t> one dice </a:t>
          </a:r>
          <a:r>
            <a:rPr lang="it-IT" sz="2100" kern="1200" dirty="0" err="1">
              <a:solidFill>
                <a:schemeClr val="tx2"/>
              </a:solidFill>
            </a:rPr>
            <a:t>each</a:t>
          </a:r>
          <a:r>
            <a:rPr lang="it-IT" sz="2100" kern="1200" dirty="0">
              <a:solidFill>
                <a:schemeClr val="tx2"/>
              </a:solidFill>
            </a:rPr>
            <a:t>, </a:t>
          </a:r>
          <a:r>
            <a:rPr lang="it-IT" sz="2100" kern="1200" dirty="0" err="1">
              <a:solidFill>
                <a:schemeClr val="tx2"/>
              </a:solidFill>
            </a:rPr>
            <a:t>then</a:t>
          </a:r>
          <a:r>
            <a:rPr lang="it-IT" sz="2100" kern="1200" dirty="0">
              <a:solidFill>
                <a:schemeClr val="tx2"/>
              </a:solidFill>
            </a:rPr>
            <a:t> sum and </a:t>
          </a:r>
          <a:r>
            <a:rPr lang="it-IT" sz="2100" kern="1200" dirty="0" err="1">
              <a:solidFill>
                <a:schemeClr val="tx2"/>
              </a:solidFill>
            </a:rPr>
            <a:t>collect</a:t>
          </a:r>
          <a:r>
            <a:rPr lang="it-IT" sz="2100" kern="1200" dirty="0">
              <a:solidFill>
                <a:schemeClr val="tx2"/>
              </a:solidFill>
            </a:rPr>
            <a:t> the </a:t>
          </a:r>
          <a:r>
            <a:rPr lang="it-IT" sz="2100" kern="1200" dirty="0" err="1">
              <a:solidFill>
                <a:schemeClr val="tx2"/>
              </a:solidFill>
            </a:rPr>
            <a:t>numbers</a:t>
          </a:r>
          <a:endParaRPr lang="en-US" sz="2100" kern="1200" dirty="0">
            <a:solidFill>
              <a:schemeClr val="tx2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>
              <a:solidFill>
                <a:schemeClr val="tx2"/>
              </a:solidFill>
            </a:rPr>
            <a:t>new board with </a:t>
          </a:r>
          <a:r>
            <a:rPr lang="it-IT" sz="2100" kern="1200" dirty="0" err="1">
              <a:solidFill>
                <a:schemeClr val="tx2"/>
              </a:solidFill>
            </a:rPr>
            <a:t>columns</a:t>
          </a:r>
          <a:r>
            <a:rPr lang="it-IT" sz="2100" kern="1200" dirty="0">
              <a:solidFill>
                <a:schemeClr val="tx2"/>
              </a:solidFill>
            </a:rPr>
            <a:t>: </a:t>
          </a:r>
          <a:r>
            <a:rPr lang="it-IT" sz="2100" kern="1200" dirty="0" err="1">
              <a:solidFill>
                <a:schemeClr val="tx2"/>
              </a:solidFill>
            </a:rPr>
            <a:t>insert</a:t>
          </a:r>
          <a:r>
            <a:rPr lang="it-IT" sz="2100" kern="1200" dirty="0">
              <a:solidFill>
                <a:schemeClr val="tx2"/>
              </a:solidFill>
            </a:rPr>
            <a:t> a token or </a:t>
          </a:r>
          <a:r>
            <a:rPr lang="it-IT" sz="2100" kern="1200" dirty="0" err="1">
              <a:solidFill>
                <a:schemeClr val="tx2"/>
              </a:solidFill>
            </a:rPr>
            <a:t>draw</a:t>
          </a:r>
          <a:r>
            <a:rPr lang="it-IT" sz="2100" kern="1200" dirty="0">
              <a:solidFill>
                <a:schemeClr val="tx2"/>
              </a:solidFill>
            </a:rPr>
            <a:t> a point for </a:t>
          </a:r>
          <a:r>
            <a:rPr lang="it-IT" sz="2100" kern="1200" dirty="0" err="1">
              <a:solidFill>
                <a:schemeClr val="tx2"/>
              </a:solidFill>
            </a:rPr>
            <a:t>every</a:t>
          </a:r>
          <a:r>
            <a:rPr lang="it-IT" sz="2100" kern="1200" dirty="0">
              <a:solidFill>
                <a:schemeClr val="tx2"/>
              </a:solidFill>
            </a:rPr>
            <a:t> time a </a:t>
          </a:r>
          <a:r>
            <a:rPr lang="it-IT" sz="2100" kern="1200" dirty="0" err="1">
              <a:solidFill>
                <a:schemeClr val="tx2"/>
              </a:solidFill>
            </a:rPr>
            <a:t>summed</a:t>
          </a:r>
          <a:r>
            <a:rPr lang="it-IT" sz="2100" kern="1200" dirty="0">
              <a:solidFill>
                <a:schemeClr val="tx2"/>
              </a:solidFill>
            </a:rPr>
            <a:t> </a:t>
          </a:r>
          <a:r>
            <a:rPr lang="it-IT" sz="2100" kern="1200" dirty="0" err="1">
              <a:solidFill>
                <a:schemeClr val="tx2"/>
              </a:solidFill>
            </a:rPr>
            <a:t>number</a:t>
          </a:r>
          <a:r>
            <a:rPr lang="it-IT" sz="2100" kern="1200" dirty="0">
              <a:solidFill>
                <a:schemeClr val="tx2"/>
              </a:solidFill>
            </a:rPr>
            <a:t> </a:t>
          </a:r>
          <a:r>
            <a:rPr lang="it-IT" sz="2100" kern="1200" dirty="0" err="1">
              <a:solidFill>
                <a:schemeClr val="tx2"/>
              </a:solidFill>
            </a:rPr>
            <a:t>comes</a:t>
          </a:r>
          <a:r>
            <a:rPr lang="it-IT" sz="2100" kern="1200" dirty="0">
              <a:solidFill>
                <a:schemeClr val="tx2"/>
              </a:solidFill>
            </a:rPr>
            <a:t> up</a:t>
          </a:r>
          <a:endParaRPr lang="en-US" sz="2100" kern="1200" dirty="0">
            <a:solidFill>
              <a:schemeClr val="tx2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100" kern="1200" dirty="0">
              <a:solidFill>
                <a:schemeClr val="tx2"/>
              </a:solidFill>
            </a:rPr>
            <a:t>show </a:t>
          </a:r>
          <a:r>
            <a:rPr lang="it-IT" sz="2100" kern="1200" dirty="0" err="1">
              <a:solidFill>
                <a:schemeClr val="tx2"/>
              </a:solidFill>
            </a:rPr>
            <a:t>that</a:t>
          </a:r>
          <a:r>
            <a:rPr lang="it-IT" sz="2100" kern="1200" dirty="0">
              <a:solidFill>
                <a:schemeClr val="tx2"/>
              </a:solidFill>
            </a:rPr>
            <a:t> 7 </a:t>
          </a:r>
          <a:r>
            <a:rPr lang="it-IT" sz="2100" kern="1200" dirty="0" err="1">
              <a:solidFill>
                <a:schemeClr val="tx2"/>
              </a:solidFill>
            </a:rPr>
            <a:t>is</a:t>
          </a:r>
          <a:r>
            <a:rPr lang="it-IT" sz="2100" kern="1200" dirty="0">
              <a:solidFill>
                <a:schemeClr val="tx2"/>
              </a:solidFill>
            </a:rPr>
            <a:t> more </a:t>
          </a:r>
          <a:r>
            <a:rPr lang="it-IT" sz="2100" kern="1200" dirty="0" err="1">
              <a:solidFill>
                <a:schemeClr val="tx2"/>
              </a:solidFill>
            </a:rPr>
            <a:t>likely</a:t>
          </a:r>
          <a:r>
            <a:rPr lang="it-IT" sz="2100" kern="1200" dirty="0">
              <a:solidFill>
                <a:schemeClr val="tx2"/>
              </a:solidFill>
            </a:rPr>
            <a:t>, 2 and 12 are the </a:t>
          </a:r>
          <a:r>
            <a:rPr lang="it-IT" sz="2100" kern="1200" dirty="0" err="1">
              <a:solidFill>
                <a:schemeClr val="tx2"/>
              </a:solidFill>
            </a:rPr>
            <a:t>least</a:t>
          </a:r>
          <a:r>
            <a:rPr lang="it-IT" sz="2100" kern="1200" dirty="0">
              <a:solidFill>
                <a:schemeClr val="tx2"/>
              </a:solidFill>
            </a:rPr>
            <a:t> </a:t>
          </a:r>
          <a:r>
            <a:rPr lang="it-IT" sz="2100" kern="1200" dirty="0" err="1">
              <a:solidFill>
                <a:schemeClr val="tx2"/>
              </a:solidFill>
            </a:rPr>
            <a:t>likely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0" y="4035115"/>
        <a:ext cx="6949440" cy="16766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D665B-4863-4FFC-A472-45966A4E19EF}">
      <dsp:nvSpPr>
        <dsp:cNvPr id="0" name=""/>
        <dsp:cNvSpPr/>
      </dsp:nvSpPr>
      <dsp:spPr>
        <a:xfrm>
          <a:off x="0" y="348730"/>
          <a:ext cx="7001031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358" tIns="458216" rIns="54335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tx2"/>
              </a:solidFill>
            </a:rPr>
            <a:t>Concept of </a:t>
          </a:r>
          <a:r>
            <a:rPr lang="it-IT" sz="2200" kern="1200" dirty="0" err="1">
              <a:solidFill>
                <a:schemeClr val="tx2"/>
              </a:solidFill>
            </a:rPr>
            <a:t>how</a:t>
          </a:r>
          <a:r>
            <a:rPr lang="it-IT" sz="2200" kern="1200" dirty="0">
              <a:solidFill>
                <a:schemeClr val="tx2"/>
              </a:solidFill>
            </a:rPr>
            <a:t> </a:t>
          </a:r>
          <a:r>
            <a:rPr lang="it-IT" sz="2200" kern="1200" dirty="0" err="1">
              <a:solidFill>
                <a:schemeClr val="tx2"/>
              </a:solidFill>
            </a:rPr>
            <a:t>likely</a:t>
          </a:r>
          <a:r>
            <a:rPr lang="it-IT" sz="2200" kern="1200" dirty="0">
              <a:solidFill>
                <a:schemeClr val="tx2"/>
              </a:solidFill>
            </a:rPr>
            <a:t> </a:t>
          </a:r>
          <a:r>
            <a:rPr lang="it-IT" sz="2200" kern="1200" dirty="0" err="1">
              <a:solidFill>
                <a:schemeClr val="tx2"/>
              </a:solidFill>
            </a:rPr>
            <a:t>something</a:t>
          </a:r>
          <a:r>
            <a:rPr lang="it-IT" sz="2200" kern="1200" dirty="0">
              <a:solidFill>
                <a:schemeClr val="tx2"/>
              </a:solidFill>
            </a:rPr>
            <a:t> </a:t>
          </a:r>
          <a:r>
            <a:rPr lang="it-IT" sz="2200" kern="1200" dirty="0" err="1">
              <a:solidFill>
                <a:schemeClr val="tx2"/>
              </a:solidFill>
            </a:rPr>
            <a:t>is</a:t>
          </a:r>
          <a:endParaRPr lang="en-US" sz="2200" kern="1200" dirty="0">
            <a:solidFill>
              <a:schemeClr val="tx2"/>
            </a:solidFill>
          </a:endParaRPr>
        </a:p>
      </dsp:txBody>
      <dsp:txXfrm>
        <a:off x="0" y="348730"/>
        <a:ext cx="7001031" cy="935550"/>
      </dsp:txXfrm>
    </dsp:sp>
    <dsp:sp modelId="{7770855D-2D14-4D10-B261-3269732E2298}">
      <dsp:nvSpPr>
        <dsp:cNvPr id="0" name=""/>
        <dsp:cNvSpPr/>
      </dsp:nvSpPr>
      <dsp:spPr>
        <a:xfrm>
          <a:off x="350051" y="24010"/>
          <a:ext cx="490072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36" tIns="0" rIns="18523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Probability</a:t>
          </a:r>
          <a:r>
            <a:rPr lang="it-IT" sz="2200" kern="1200" dirty="0"/>
            <a:t> </a:t>
          </a:r>
          <a:r>
            <a:rPr lang="it-IT" sz="2200" kern="1200" dirty="0" err="1"/>
            <a:t>measure</a:t>
          </a:r>
          <a:endParaRPr lang="en-US" sz="2200" kern="1200" dirty="0"/>
        </a:p>
      </dsp:txBody>
      <dsp:txXfrm>
        <a:off x="381754" y="55713"/>
        <a:ext cx="4837315" cy="586034"/>
      </dsp:txXfrm>
    </dsp:sp>
    <dsp:sp modelId="{EC60FC1E-5B6C-4C1B-9631-09E7767F467D}">
      <dsp:nvSpPr>
        <dsp:cNvPr id="0" name=""/>
        <dsp:cNvSpPr/>
      </dsp:nvSpPr>
      <dsp:spPr>
        <a:xfrm>
          <a:off x="0" y="1727800"/>
          <a:ext cx="7001031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358" tIns="458216" rIns="54335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 err="1">
              <a:solidFill>
                <a:schemeClr val="tx2"/>
              </a:solidFill>
            </a:rPr>
            <a:t>Columns</a:t>
          </a:r>
          <a:r>
            <a:rPr lang="it-IT" sz="2200" kern="1200" dirty="0">
              <a:solidFill>
                <a:schemeClr val="tx2"/>
              </a:solidFill>
            </a:rPr>
            <a:t> with points</a:t>
          </a:r>
          <a:endParaRPr lang="en-US" sz="2200" kern="1200" dirty="0">
            <a:solidFill>
              <a:schemeClr val="tx2"/>
            </a:solidFill>
          </a:endParaRPr>
        </a:p>
      </dsp:txBody>
      <dsp:txXfrm>
        <a:off x="0" y="1727800"/>
        <a:ext cx="7001031" cy="935550"/>
      </dsp:txXfrm>
    </dsp:sp>
    <dsp:sp modelId="{74EA38A9-4E2D-4B59-B572-8C214E734E68}">
      <dsp:nvSpPr>
        <dsp:cNvPr id="0" name=""/>
        <dsp:cNvSpPr/>
      </dsp:nvSpPr>
      <dsp:spPr>
        <a:xfrm>
          <a:off x="350051" y="1403080"/>
          <a:ext cx="490072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36" tIns="0" rIns="18523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Probability</a:t>
          </a:r>
          <a:r>
            <a:rPr lang="it-IT" sz="2200" kern="1200" dirty="0"/>
            <a:t> Distribution</a:t>
          </a:r>
          <a:endParaRPr lang="en-US" sz="2200" kern="1200" dirty="0"/>
        </a:p>
      </dsp:txBody>
      <dsp:txXfrm>
        <a:off x="381754" y="1434783"/>
        <a:ext cx="4837315" cy="586034"/>
      </dsp:txXfrm>
    </dsp:sp>
    <dsp:sp modelId="{DC55F695-5ACA-432D-927C-3C1DA319CB82}">
      <dsp:nvSpPr>
        <dsp:cNvPr id="0" name=""/>
        <dsp:cNvSpPr/>
      </dsp:nvSpPr>
      <dsp:spPr>
        <a:xfrm>
          <a:off x="0" y="3106870"/>
          <a:ext cx="7001031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358" tIns="458216" rIns="54335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200" kern="1200" dirty="0">
              <a:solidFill>
                <a:schemeClr val="tx2"/>
              </a:solidFill>
            </a:rPr>
            <a:t>Layout of </a:t>
          </a:r>
          <a:r>
            <a:rPr lang="it-IT" sz="2200" kern="1200" dirty="0" err="1">
              <a:solidFill>
                <a:schemeClr val="tx2"/>
              </a:solidFill>
            </a:rPr>
            <a:t>all</a:t>
          </a:r>
          <a:r>
            <a:rPr lang="it-IT" sz="2200" kern="1200" dirty="0">
              <a:solidFill>
                <a:schemeClr val="tx2"/>
              </a:solidFill>
            </a:rPr>
            <a:t> </a:t>
          </a:r>
          <a:r>
            <a:rPr lang="it-IT" sz="2200" kern="1200" dirty="0" err="1">
              <a:solidFill>
                <a:schemeClr val="tx2"/>
              </a:solidFill>
            </a:rPr>
            <a:t>possible</a:t>
          </a:r>
          <a:r>
            <a:rPr lang="it-IT" sz="2200" kern="1200" dirty="0">
              <a:solidFill>
                <a:schemeClr val="tx2"/>
              </a:solidFill>
            </a:rPr>
            <a:t> events</a:t>
          </a:r>
          <a:endParaRPr lang="en-US" sz="2200" kern="1200" dirty="0">
            <a:solidFill>
              <a:schemeClr val="tx2"/>
            </a:solidFill>
          </a:endParaRPr>
        </a:p>
      </dsp:txBody>
      <dsp:txXfrm>
        <a:off x="0" y="3106870"/>
        <a:ext cx="7001031" cy="935550"/>
      </dsp:txXfrm>
    </dsp:sp>
    <dsp:sp modelId="{FBB04E5D-A7E3-47AD-B71F-56F94E0F64CE}">
      <dsp:nvSpPr>
        <dsp:cNvPr id="0" name=""/>
        <dsp:cNvSpPr/>
      </dsp:nvSpPr>
      <dsp:spPr>
        <a:xfrm>
          <a:off x="350051" y="2782150"/>
          <a:ext cx="4900721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5236" tIns="0" rIns="18523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Random </a:t>
          </a:r>
          <a:r>
            <a:rPr lang="it-IT" sz="2200" kern="1200" dirty="0" err="1"/>
            <a:t>Variable</a:t>
          </a:r>
          <a:r>
            <a:rPr lang="it-IT" sz="2200" kern="1200" dirty="0"/>
            <a:t> </a:t>
          </a:r>
          <a:endParaRPr lang="en-US" sz="2200" kern="1200" dirty="0"/>
        </a:p>
      </dsp:txBody>
      <dsp:txXfrm>
        <a:off x="381754" y="2813853"/>
        <a:ext cx="4837315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5C9A9-E04E-4044-B735-44C045E99CCA}">
      <dsp:nvSpPr>
        <dsp:cNvPr id="0" name=""/>
        <dsp:cNvSpPr/>
      </dsp:nvSpPr>
      <dsp:spPr>
        <a:xfrm>
          <a:off x="0" y="0"/>
          <a:ext cx="10799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9E1B9-79FA-426D-BBD0-64F157BFFC87}">
      <dsp:nvSpPr>
        <dsp:cNvPr id="0" name=""/>
        <dsp:cNvSpPr/>
      </dsp:nvSpPr>
      <dsp:spPr>
        <a:xfrm>
          <a:off x="0" y="0"/>
          <a:ext cx="2159923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Expand on Concept: </a:t>
          </a:r>
          <a:endParaRPr lang="en-US" sz="1400" kern="1200"/>
        </a:p>
      </dsp:txBody>
      <dsp:txXfrm>
        <a:off x="0" y="0"/>
        <a:ext cx="2159923" cy="507831"/>
      </dsp:txXfrm>
    </dsp:sp>
    <dsp:sp modelId="{AB5C6F62-C51F-421F-AB46-E0703B39672C}">
      <dsp:nvSpPr>
        <dsp:cNvPr id="0" name=""/>
        <dsp:cNvSpPr/>
      </dsp:nvSpPr>
      <dsp:spPr>
        <a:xfrm>
          <a:off x="2321917" y="23060"/>
          <a:ext cx="8477700" cy="461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what</a:t>
          </a:r>
          <a:r>
            <a:rPr lang="it-IT" sz="1600" kern="1200" dirty="0"/>
            <a:t> </a:t>
          </a:r>
          <a:r>
            <a:rPr lang="it-IT" sz="1600" kern="1200" dirty="0" err="1"/>
            <a:t>if</a:t>
          </a:r>
          <a:r>
            <a:rPr lang="it-IT" sz="1600" kern="1200" dirty="0"/>
            <a:t> </a:t>
          </a:r>
          <a:r>
            <a:rPr lang="it-IT" sz="1600" kern="1200" dirty="0" err="1"/>
            <a:t>we</a:t>
          </a:r>
          <a:r>
            <a:rPr lang="it-IT" sz="1600" kern="1200" dirty="0"/>
            <a:t> </a:t>
          </a:r>
          <a:r>
            <a:rPr lang="it-IT" sz="1600" kern="1200" dirty="0" err="1"/>
            <a:t>want</a:t>
          </a:r>
          <a:r>
            <a:rPr lang="it-IT" sz="1600" kern="1200" dirty="0"/>
            <a:t> to </a:t>
          </a:r>
          <a:r>
            <a:rPr lang="it-IT" sz="1600" kern="1200" dirty="0" err="1"/>
            <a:t>see</a:t>
          </a:r>
          <a:r>
            <a:rPr lang="it-IT" sz="1600" kern="1200" dirty="0"/>
            <a:t> the </a:t>
          </a:r>
          <a:r>
            <a:rPr lang="it-IT" sz="1600" kern="1200" dirty="0" err="1"/>
            <a:t>probability</a:t>
          </a:r>
          <a:r>
            <a:rPr lang="it-IT" sz="1600" kern="1200" dirty="0"/>
            <a:t> of </a:t>
          </a:r>
          <a:r>
            <a:rPr lang="it-IT" sz="1600" kern="1200" dirty="0" err="1"/>
            <a:t>getting</a:t>
          </a:r>
          <a:r>
            <a:rPr lang="it-IT" sz="1600" kern="1200" dirty="0"/>
            <a:t> </a:t>
          </a:r>
          <a:r>
            <a:rPr lang="it-IT" sz="1600" kern="1200" dirty="0" err="1"/>
            <a:t>at</a:t>
          </a:r>
          <a:r>
            <a:rPr lang="it-IT" sz="1600" kern="1200" dirty="0"/>
            <a:t> </a:t>
          </a:r>
          <a:r>
            <a:rPr lang="it-IT" sz="1600" kern="1200" dirty="0" err="1"/>
            <a:t>least</a:t>
          </a:r>
          <a:r>
            <a:rPr lang="it-IT" sz="1600" kern="1200" dirty="0"/>
            <a:t> 8? </a:t>
          </a:r>
          <a:r>
            <a:rPr lang="it-IT" sz="1600" kern="1200" dirty="0" err="1"/>
            <a:t>Move</a:t>
          </a:r>
          <a:r>
            <a:rPr lang="it-IT" sz="1600" kern="1200" dirty="0"/>
            <a:t> </a:t>
          </a:r>
          <a:r>
            <a:rPr lang="it-IT" sz="1600" kern="1200" dirty="0" err="1"/>
            <a:t>around</a:t>
          </a:r>
          <a:r>
            <a:rPr lang="it-IT" sz="1600" kern="1200" dirty="0"/>
            <a:t> the points on the board</a:t>
          </a:r>
          <a:endParaRPr lang="en-US" sz="1600" kern="1200" dirty="0"/>
        </a:p>
      </dsp:txBody>
      <dsp:txXfrm>
        <a:off x="2321917" y="23060"/>
        <a:ext cx="8477700" cy="461213"/>
      </dsp:txXfrm>
    </dsp:sp>
    <dsp:sp modelId="{C75A90AA-53CE-4E5B-AFD3-76997A649B65}">
      <dsp:nvSpPr>
        <dsp:cNvPr id="0" name=""/>
        <dsp:cNvSpPr/>
      </dsp:nvSpPr>
      <dsp:spPr>
        <a:xfrm>
          <a:off x="2159923" y="484274"/>
          <a:ext cx="8639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F842E-7EDD-436C-87B9-3D8227484001}">
      <dsp:nvSpPr>
        <dsp:cNvPr id="0" name=""/>
        <dsp:cNvSpPr/>
      </dsp:nvSpPr>
      <dsp:spPr>
        <a:xfrm>
          <a:off x="0" y="507831"/>
          <a:ext cx="10799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0EEBF-4671-4EA5-9AF7-CD36211C5996}">
      <dsp:nvSpPr>
        <dsp:cNvPr id="0" name=""/>
        <dsp:cNvSpPr/>
      </dsp:nvSpPr>
      <dsp:spPr>
        <a:xfrm>
          <a:off x="0" y="507831"/>
          <a:ext cx="2159923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Discuss difficulty:</a:t>
          </a:r>
          <a:endParaRPr lang="en-US" sz="1400" kern="1200"/>
        </a:p>
      </dsp:txBody>
      <dsp:txXfrm>
        <a:off x="0" y="507831"/>
        <a:ext cx="2159923" cy="507831"/>
      </dsp:txXfrm>
    </dsp:sp>
    <dsp:sp modelId="{46763D33-3855-467C-967E-48DF5B6EABA9}">
      <dsp:nvSpPr>
        <dsp:cNvPr id="0" name=""/>
        <dsp:cNvSpPr/>
      </dsp:nvSpPr>
      <dsp:spPr>
        <a:xfrm>
          <a:off x="2321917" y="530891"/>
          <a:ext cx="8477700" cy="461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simplified explanation and omission of the all-events chart</a:t>
          </a:r>
          <a:endParaRPr lang="en-US" sz="1600" kern="1200"/>
        </a:p>
      </dsp:txBody>
      <dsp:txXfrm>
        <a:off x="2321917" y="530891"/>
        <a:ext cx="8477700" cy="461213"/>
      </dsp:txXfrm>
    </dsp:sp>
    <dsp:sp modelId="{DA0909CC-D690-4EA3-B3DB-667F55CC30E6}">
      <dsp:nvSpPr>
        <dsp:cNvPr id="0" name=""/>
        <dsp:cNvSpPr/>
      </dsp:nvSpPr>
      <dsp:spPr>
        <a:xfrm>
          <a:off x="2159923" y="992105"/>
          <a:ext cx="8639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44261-49F0-47CA-A99B-5795F155CF06}">
      <dsp:nvSpPr>
        <dsp:cNvPr id="0" name=""/>
        <dsp:cNvSpPr/>
      </dsp:nvSpPr>
      <dsp:spPr>
        <a:xfrm>
          <a:off x="0" y="1015662"/>
          <a:ext cx="10799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B1F7A-8C12-492D-B483-5D64FEB36758}">
      <dsp:nvSpPr>
        <dsp:cNvPr id="0" name=""/>
        <dsp:cNvSpPr/>
      </dsp:nvSpPr>
      <dsp:spPr>
        <a:xfrm>
          <a:off x="0" y="1015662"/>
          <a:ext cx="2159923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More playful/light approach:</a:t>
          </a:r>
          <a:endParaRPr lang="en-US" sz="1400" kern="1200"/>
        </a:p>
      </dsp:txBody>
      <dsp:txXfrm>
        <a:off x="0" y="1015662"/>
        <a:ext cx="2159923" cy="507831"/>
      </dsp:txXfrm>
    </dsp:sp>
    <dsp:sp modelId="{74F0EB6C-D9C2-47C9-8D36-411BC39492AD}">
      <dsp:nvSpPr>
        <dsp:cNvPr id="0" name=""/>
        <dsp:cNvSpPr/>
      </dsp:nvSpPr>
      <dsp:spPr>
        <a:xfrm>
          <a:off x="2321917" y="1038723"/>
          <a:ext cx="8477700" cy="461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/>
            <a:t>if</a:t>
          </a:r>
          <a:r>
            <a:rPr lang="it-IT" sz="1600" kern="1200" dirty="0"/>
            <a:t> the </a:t>
          </a:r>
          <a:r>
            <a:rPr lang="it-IT" sz="1600" kern="1200" dirty="0" err="1"/>
            <a:t>kids</a:t>
          </a:r>
          <a:r>
            <a:rPr lang="it-IT" sz="1600" kern="1200" dirty="0"/>
            <a:t> are </a:t>
          </a:r>
          <a:r>
            <a:rPr lang="it-IT" sz="1600" kern="1200" dirty="0" err="1"/>
            <a:t>really</a:t>
          </a:r>
          <a:r>
            <a:rPr lang="it-IT" sz="1600" kern="1200" dirty="0"/>
            <a:t> </a:t>
          </a:r>
          <a:r>
            <a:rPr lang="it-IT" sz="1600" kern="1200" dirty="0" err="1"/>
            <a:t>young</a:t>
          </a:r>
          <a:r>
            <a:rPr lang="it-IT" sz="1600" kern="1200" dirty="0"/>
            <a:t>, </a:t>
          </a:r>
          <a:r>
            <a:rPr lang="it-IT" sz="1600" kern="1200" dirty="0" err="1"/>
            <a:t>maybe</a:t>
          </a:r>
          <a:r>
            <a:rPr lang="it-IT" sz="1600" kern="1200" dirty="0"/>
            <a:t> create the dice </a:t>
          </a:r>
          <a:r>
            <a:rPr lang="it-IT" sz="1600" kern="1200" dirty="0" err="1"/>
            <a:t>together</a:t>
          </a:r>
          <a:r>
            <a:rPr lang="it-IT" sz="1600" kern="1200" dirty="0"/>
            <a:t> with </a:t>
          </a:r>
          <a:r>
            <a:rPr lang="it-IT" sz="1600" kern="1200" dirty="0" err="1"/>
            <a:t>cut</a:t>
          </a:r>
          <a:r>
            <a:rPr lang="it-IT" sz="1600" kern="1200" dirty="0"/>
            <a:t> </a:t>
          </a:r>
          <a:r>
            <a:rPr lang="it-IT" sz="1600" kern="1200" dirty="0" err="1"/>
            <a:t>prints</a:t>
          </a:r>
          <a:r>
            <a:rPr lang="it-IT" sz="1600" kern="1200" dirty="0"/>
            <a:t> of </a:t>
          </a:r>
          <a:r>
            <a:rPr lang="it-IT" sz="1600" kern="1200" dirty="0" err="1"/>
            <a:t>cubes</a:t>
          </a:r>
          <a:endParaRPr lang="en-US" sz="1600" kern="1200" dirty="0"/>
        </a:p>
      </dsp:txBody>
      <dsp:txXfrm>
        <a:off x="2321917" y="1038723"/>
        <a:ext cx="8477700" cy="461213"/>
      </dsp:txXfrm>
    </dsp:sp>
    <dsp:sp modelId="{C9B04048-C65F-4F63-88F6-2EE046D1E1E4}">
      <dsp:nvSpPr>
        <dsp:cNvPr id="0" name=""/>
        <dsp:cNvSpPr/>
      </dsp:nvSpPr>
      <dsp:spPr>
        <a:xfrm>
          <a:off x="2159923" y="1499937"/>
          <a:ext cx="8639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8D364-DCA7-419C-BE43-2CCF2BB116A6}">
      <dsp:nvSpPr>
        <dsp:cNvPr id="0" name=""/>
        <dsp:cNvSpPr/>
      </dsp:nvSpPr>
      <dsp:spPr>
        <a:xfrm>
          <a:off x="0" y="1523493"/>
          <a:ext cx="107996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4504C-466C-4AFE-B3C8-D83CEC4EA74F}">
      <dsp:nvSpPr>
        <dsp:cNvPr id="0" name=""/>
        <dsp:cNvSpPr/>
      </dsp:nvSpPr>
      <dsp:spPr>
        <a:xfrm>
          <a:off x="0" y="1523493"/>
          <a:ext cx="2159923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Different topics</a:t>
          </a:r>
        </a:p>
      </dsp:txBody>
      <dsp:txXfrm>
        <a:off x="0" y="1523493"/>
        <a:ext cx="2159923" cy="507831"/>
      </dsp:txXfrm>
    </dsp:sp>
    <dsp:sp modelId="{11441910-B351-4869-8A12-590ADFF6F1E2}">
      <dsp:nvSpPr>
        <dsp:cNvPr id="0" name=""/>
        <dsp:cNvSpPr/>
      </dsp:nvSpPr>
      <dsp:spPr>
        <a:xfrm>
          <a:off x="2321917" y="1546554"/>
          <a:ext cx="8477700" cy="461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introduce different concepts that teachers may found important/relevant</a:t>
          </a:r>
        </a:p>
      </dsp:txBody>
      <dsp:txXfrm>
        <a:off x="2321917" y="1546554"/>
        <a:ext cx="8477700" cy="461213"/>
      </dsp:txXfrm>
    </dsp:sp>
    <dsp:sp modelId="{63DC3245-C77E-4857-B7A1-63EDF06B55F2}">
      <dsp:nvSpPr>
        <dsp:cNvPr id="0" name=""/>
        <dsp:cNvSpPr/>
      </dsp:nvSpPr>
      <dsp:spPr>
        <a:xfrm>
          <a:off x="2159923" y="2007768"/>
          <a:ext cx="8639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48ECC5-0A79-93BA-5FF7-D3B121BE2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5D87777-0ACC-13AD-9DA6-A0F313AB9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nb-NO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E63149-2075-313F-4CAC-9235A054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A43EBE-CD28-31B8-E02D-9D816BD5C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D70642-680C-976B-8579-E6B195BB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93052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EA9B8B-7AB7-F134-6078-A690EC9C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8A0DF4-1491-2308-930E-8C3AB6423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1D24AF-F1F3-69ED-F324-C25AFECE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4BC99B-3BB9-CEF6-15EA-BD64CD17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F605A6-5832-4CAE-FF7D-CDFC595C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185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D9434-5E6C-4173-7AD0-42B240C58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DBAE90-578F-1DFB-9B55-32C066587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05A3BF-3811-D187-CD8F-8618753D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1C2653-6576-3A1A-1B68-7127668A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EEC961-6EBA-D659-A8CD-96C530B2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1723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C337D7-CBA3-030D-D95B-52882AD1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F2EE41-80FF-2DB2-2DB5-B239CAB08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FA54BA-8210-01D6-DC6A-D6A31905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91E099-8316-BCA4-8F34-7E48BBAB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AA7A0E-8DD2-8C58-3E27-10E6746A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8E120E1-5C71-9D66-C662-B10EFFC94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74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03B266-3787-9347-B53D-B0DDA360F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E80D39-C6F2-2501-B61D-14ABF5B41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36E6F4-8180-47C0-D16D-899140E2F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5EFDA3F-F6C9-A0B4-1C9F-F29A218C7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37A1385-B45E-7C2B-4FD0-9FA4811BA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5B76252-1442-C684-B6C5-03BA8221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77AF6DC-216F-E127-F0E1-6EBCAEE0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8406B98-27C4-2AA7-F5E5-78756CD7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8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2D0A6-5F21-9918-39D4-70584BA8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3CEA9CE-BA7A-4D98-59B9-A221CC93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6E021DE-87B0-7073-699C-CF80CC67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4EAC8DA-0E78-50E7-6C78-B69D1BF5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125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C34602F-CF80-3457-671B-93051B9F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5266C74-2645-3C84-FA16-E4859132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F1EB56-559D-25A2-050F-87E39FFA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6436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8AF4B2-973F-7858-90F7-078C57B5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ADE8E7-FD5F-8443-CF17-B5A9486A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5B34ECF-A687-9107-AE9F-35C575728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6FA0CAC-9D11-F467-2166-4F90C2BD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518C73D-3DC2-B82F-9F87-DC0168FA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948D85-8032-16A9-0EF8-B202C7C9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442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6991B3-60E1-A375-9192-D876DCFA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B560206-42D5-CD7B-1458-A314A1C11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B25E4C-7BB3-8D2E-1B78-0A942737F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D9B5B1-427F-9481-5C90-C7374BC8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FCB9C3-2BEF-3178-B5DB-2517D2B5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5DB2083-86CB-2F16-8FE6-59A889B0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187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7C8389-EC7D-1ED4-EFE9-37218CB1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C058A83-2A02-D953-6E79-E6C938B84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E5215A-BDD8-0FAD-D3E0-B3A1BB03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0C3124-503E-B612-35B2-9F97811D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BE6137-84A1-2C1C-26A0-4DCD79D2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139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D3357DE-BE3F-4D25-5EFF-42A5072FC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49194B0-D225-8952-BB5A-897D1C5F6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BAB0ED-2855-3512-56B4-73DC6E49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27359A-3121-28B1-8014-D7221F00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57C3EE-404B-5845-4AA4-E620511A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646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A3B147E-89A9-09A0-32C0-942BD180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nb-NO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4427B3-064A-F3D7-076A-302192807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b-NO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B73311-5365-0011-7D57-072EB3F3C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9A178-4F37-4DCC-B083-495A33C09983}" type="datetimeFigureOut">
              <a:rPr lang="nb-NO" smtClean="0"/>
              <a:t>06.06.2025</a:t>
            </a:fld>
            <a:endParaRPr lang="nb-NO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DC5AD0-6D80-571F-2A50-51B0A682C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1F10B4-F795-A21A-CA0A-8163089EB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40FCC-4F9C-4D6F-A03D-5FCA9F98BDD4}" type="slidenum">
              <a:rPr lang="nb-NO" smtClean="0"/>
              <a:t>‹N›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992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diagramLayout" Target="../diagrams/layout4.xml"/><Relationship Id="rId7" Type="http://schemas.openxmlformats.org/officeDocument/2006/relationships/image" Target="../media/image1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icciogianmarco01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BDEEFAB-E96D-48AA-193A-FABF44EFA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295" y="2396382"/>
            <a:ext cx="4805996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After School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MATH LABS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Graphic 23" descr="Libri">
            <a:extLst>
              <a:ext uri="{FF2B5EF4-FFF2-40B4-BE49-F238E27FC236}">
                <a16:creationId xmlns:a16="http://schemas.microsoft.com/office/drawing/2014/main" id="{9C4EC38F-94B7-E11C-FDCE-37E4A2C1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623EAD7-13E6-2802-AACD-26F58C38F4F9}"/>
              </a:ext>
            </a:extLst>
          </p:cNvPr>
          <p:cNvSpPr txBox="1"/>
          <p:nvPr/>
        </p:nvSpPr>
        <p:spPr>
          <a:xfrm>
            <a:off x="734291" y="4211782"/>
            <a:ext cx="5174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</a:rPr>
              <a:t>draft concept </a:t>
            </a:r>
          </a:p>
          <a:p>
            <a:r>
              <a:rPr lang="it-IT" dirty="0">
                <a:solidFill>
                  <a:schemeClr val="tx2"/>
                </a:solidFill>
              </a:rPr>
              <a:t>Gian Marco Miccio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endParaRPr lang="it-IT" dirty="0">
              <a:solidFill>
                <a:schemeClr val="tx2"/>
              </a:solidFill>
            </a:endParaRPr>
          </a:p>
          <a:p>
            <a:endParaRPr lang="it-IT" dirty="0">
              <a:solidFill>
                <a:schemeClr val="tx2"/>
              </a:solidFill>
            </a:endParaRPr>
          </a:p>
          <a:p>
            <a:endParaRPr lang="it-IT" dirty="0">
              <a:solidFill>
                <a:schemeClr val="tx2"/>
              </a:solidFill>
            </a:endParaRPr>
          </a:p>
          <a:p>
            <a:endParaRPr lang="it-IT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27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6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1CE86A9-FBCF-6F7C-285E-517EF8DD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it-IT" dirty="0">
                <a:solidFill>
                  <a:schemeClr val="tx2"/>
                </a:solidFill>
              </a:rPr>
              <a:t>DESIGN PHILOSOPHY</a:t>
            </a:r>
            <a:endParaRPr lang="nb-NO" dirty="0">
              <a:solidFill>
                <a:schemeClr val="tx2"/>
              </a:solidFill>
            </a:endParaRP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E32CE3C1-D5DE-0EED-A017-0E54FF543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99574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041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B4291E-428E-E9A2-3F2B-12E142851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06939"/>
            <a:ext cx="5235910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EXAMPLE LAB - PROBABILITY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" name="Graphic 12" descr="Documento">
            <a:extLst>
              <a:ext uri="{FF2B5EF4-FFF2-40B4-BE49-F238E27FC236}">
                <a16:creationId xmlns:a16="http://schemas.microsoft.com/office/drawing/2014/main" id="{F87CC4E2-C965-BF21-6149-161FB1CC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580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1B2C1F6-DEBB-7235-6411-51C16D18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14" y="548640"/>
            <a:ext cx="3493008" cy="2213035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chemeClr val="tx2"/>
                </a:solidFill>
              </a:rPr>
              <a:t>Combinatorics</a:t>
            </a:r>
            <a:r>
              <a:rPr lang="it-IT" sz="4000" dirty="0">
                <a:solidFill>
                  <a:schemeClr val="tx2"/>
                </a:solidFill>
              </a:rPr>
              <a:t> and Dice </a:t>
            </a:r>
            <a:r>
              <a:rPr lang="it-IT" sz="4000" dirty="0" err="1">
                <a:solidFill>
                  <a:schemeClr val="tx2"/>
                </a:solidFill>
              </a:rPr>
              <a:t>Probabilities</a:t>
            </a:r>
            <a:endParaRPr lang="nb-NO" sz="4000" dirty="0">
              <a:solidFill>
                <a:schemeClr val="tx2"/>
              </a:solidFill>
            </a:endParaRPr>
          </a:p>
        </p:txBody>
      </p:sp>
      <p:graphicFrame>
        <p:nvGraphicFramePr>
          <p:cNvPr id="12" name="Segnaposto contenuto 2">
            <a:extLst>
              <a:ext uri="{FF2B5EF4-FFF2-40B4-BE49-F238E27FC236}">
                <a16:creationId xmlns:a16="http://schemas.microsoft.com/office/drawing/2014/main" id="{483C34B6-3F81-E3E1-D834-AF1B65298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62352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magine 2">
            <a:extLst>
              <a:ext uri="{FF2B5EF4-FFF2-40B4-BE49-F238E27FC236}">
                <a16:creationId xmlns:a16="http://schemas.microsoft.com/office/drawing/2014/main" id="{0534B1C4-D003-1905-A7BE-5CE0135A7E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904" y="2987190"/>
            <a:ext cx="4322439" cy="29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2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742BE-F475-2383-0F85-0BD810FF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0AA157-A385-BF6D-5F7F-4DAFABE6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2185326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chemeClr val="tx2"/>
                </a:solidFill>
              </a:rPr>
              <a:t>Combinatorics</a:t>
            </a:r>
            <a:r>
              <a:rPr lang="it-IT" sz="4000" dirty="0">
                <a:solidFill>
                  <a:schemeClr val="tx2"/>
                </a:solidFill>
              </a:rPr>
              <a:t> and Dice </a:t>
            </a:r>
            <a:r>
              <a:rPr lang="it-IT" sz="4000" dirty="0" err="1">
                <a:solidFill>
                  <a:schemeClr val="tx2"/>
                </a:solidFill>
              </a:rPr>
              <a:t>Probabilities</a:t>
            </a:r>
            <a:endParaRPr lang="nb-NO" sz="4000" dirty="0">
              <a:solidFill>
                <a:schemeClr val="tx2"/>
              </a:solidFill>
            </a:endParaRP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4AF657BC-03E8-ADD3-9621-903563FF6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33238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magine 2">
            <a:extLst>
              <a:ext uri="{FF2B5EF4-FFF2-40B4-BE49-F238E27FC236}">
                <a16:creationId xmlns:a16="http://schemas.microsoft.com/office/drawing/2014/main" id="{D7491E6E-DDFB-FC8F-E3D5-FABF44081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821" y="2996800"/>
            <a:ext cx="4206605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3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EE7116-A1E9-86CC-D187-5296D5DB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it-IT">
                <a:solidFill>
                  <a:schemeClr val="tx2"/>
                </a:solidFill>
              </a:rPr>
              <a:t>Core Concepts</a:t>
            </a:r>
            <a:endParaRPr lang="nb-NO" dirty="0">
              <a:solidFill>
                <a:schemeClr val="tx2"/>
              </a:solidFill>
            </a:endParaRPr>
          </a:p>
        </p:txBody>
      </p:sp>
      <p:graphicFrame>
        <p:nvGraphicFramePr>
          <p:cNvPr id="11" name="Segnaposto contenuto 8">
            <a:extLst>
              <a:ext uri="{FF2B5EF4-FFF2-40B4-BE49-F238E27FC236}">
                <a16:creationId xmlns:a16="http://schemas.microsoft.com/office/drawing/2014/main" id="{A6700AFA-A043-7BB5-099D-C8A6EE269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668075"/>
              </p:ext>
            </p:extLst>
          </p:nvPr>
        </p:nvGraphicFramePr>
        <p:xfrm>
          <a:off x="4560587" y="2087878"/>
          <a:ext cx="7001031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Immagine 9">
            <a:extLst>
              <a:ext uri="{FF2B5EF4-FFF2-40B4-BE49-F238E27FC236}">
                <a16:creationId xmlns:a16="http://schemas.microsoft.com/office/drawing/2014/main" id="{06BED891-5EA4-4933-2A5E-BBE2BC57B2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549" y="1580547"/>
            <a:ext cx="3227887" cy="2312718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DE539A86-B950-FDC7-2449-C4A8B4160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39" y="4121094"/>
            <a:ext cx="3277050" cy="166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16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AE70E-F9BB-2339-8FC5-15C0778E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803149-D9BD-9E13-7C18-B7179CE6A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84192-6ED1-CD0F-E5DC-1A81D7C0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188521-3E82-B06C-806D-754CE13C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45" y="680266"/>
            <a:ext cx="5235910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Other Topics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9910BD-AD06-7EE5-FC0A-2251A06E6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8517600-2D46-5958-8D0A-A1ED02058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017AD53-2336-214B-C7AA-FA7AEECC0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FFAEC4-CEC1-F8D9-F35A-7C3536966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90BA8A-A7E2-3237-F4F9-8A77334E1F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13" name="Elemento grafico 12" descr="Mathematics">
            <a:extLst>
              <a:ext uri="{FF2B5EF4-FFF2-40B4-BE49-F238E27FC236}">
                <a16:creationId xmlns:a16="http://schemas.microsoft.com/office/drawing/2014/main" id="{79D214A5-E3E9-7E64-1386-7CE11D8A7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0434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EB222B-DC8D-3883-2237-99FB343C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it-IT" dirty="0" err="1">
                <a:solidFill>
                  <a:schemeClr val="tx2"/>
                </a:solidFill>
              </a:rPr>
              <a:t>Geometry</a:t>
            </a:r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Concept of a </a:t>
            </a:r>
            <a:r>
              <a:rPr lang="it-IT" dirty="0" err="1">
                <a:solidFill>
                  <a:schemeClr val="tx2"/>
                </a:solidFill>
              </a:rPr>
              <a:t>variable</a:t>
            </a:r>
            <a:endParaRPr lang="it-IT" dirty="0">
              <a:solidFill>
                <a:schemeClr val="tx2"/>
              </a:solidFill>
            </a:endParaRPr>
          </a:p>
          <a:p>
            <a:r>
              <a:rPr lang="it-IT" dirty="0" err="1">
                <a:solidFill>
                  <a:schemeClr val="tx2"/>
                </a:solidFill>
              </a:rPr>
              <a:t>Possibly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Physics</a:t>
            </a:r>
            <a:r>
              <a:rPr lang="it-IT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it-IT" dirty="0" err="1">
                <a:solidFill>
                  <a:schemeClr val="tx2"/>
                </a:solidFill>
              </a:rPr>
              <a:t>Archimede’s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principle</a:t>
            </a:r>
            <a:endParaRPr lang="it-IT" dirty="0">
              <a:solidFill>
                <a:schemeClr val="tx2"/>
              </a:solidFill>
            </a:endParaRPr>
          </a:p>
          <a:p>
            <a:pPr lvl="1"/>
            <a:r>
              <a:rPr lang="it-IT" dirty="0" err="1">
                <a:solidFill>
                  <a:schemeClr val="tx2"/>
                </a:solidFill>
              </a:rPr>
              <a:t>Collisions</a:t>
            </a:r>
            <a:endParaRPr lang="it-IT" dirty="0">
              <a:solidFill>
                <a:schemeClr val="tx2"/>
              </a:solidFill>
            </a:endParaRPr>
          </a:p>
          <a:p>
            <a:pPr lvl="1"/>
            <a:r>
              <a:rPr lang="it-IT" dirty="0" err="1">
                <a:solidFill>
                  <a:schemeClr val="tx2"/>
                </a:solidFill>
              </a:rPr>
              <a:t>Forces</a:t>
            </a:r>
            <a:endParaRPr lang="it-IT" dirty="0">
              <a:solidFill>
                <a:schemeClr val="tx2"/>
              </a:solidFill>
            </a:endParaRPr>
          </a:p>
          <a:p>
            <a:r>
              <a:rPr lang="nb-NO" dirty="0"/>
              <a:t>Basic </a:t>
            </a:r>
            <a:r>
              <a:rPr lang="nb-NO" dirty="0" err="1"/>
              <a:t>Trigonometry</a:t>
            </a:r>
            <a:endParaRPr lang="nb-NO" dirty="0"/>
          </a:p>
          <a:p>
            <a:r>
              <a:rPr lang="nb-NO" dirty="0" err="1"/>
              <a:t>Cosine</a:t>
            </a:r>
            <a:r>
              <a:rPr lang="nb-NO" dirty="0"/>
              <a:t> and Sine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50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B455E4F4-AB8B-633E-FCDA-180E5D66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it-IT" dirty="0" err="1">
                <a:solidFill>
                  <a:schemeClr val="tx2"/>
                </a:solidFill>
              </a:rPr>
              <a:t>Possible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Modifications</a:t>
            </a:r>
            <a:endParaRPr lang="nb-NO" dirty="0">
              <a:solidFill>
                <a:schemeClr val="tx2"/>
              </a:solidFill>
            </a:endParaRPr>
          </a:p>
        </p:txBody>
      </p:sp>
      <p:graphicFrame>
        <p:nvGraphicFramePr>
          <p:cNvPr id="10" name="CasellaDiTesto 7">
            <a:extLst>
              <a:ext uri="{FF2B5EF4-FFF2-40B4-BE49-F238E27FC236}">
                <a16:creationId xmlns:a16="http://schemas.microsoft.com/office/drawing/2014/main" id="{421DDCD5-DA60-5E29-9328-DC2571350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1019143"/>
              </p:ext>
            </p:extLst>
          </p:nvPr>
        </p:nvGraphicFramePr>
        <p:xfrm>
          <a:off x="678873" y="1828800"/>
          <a:ext cx="1079961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magine 2">
            <a:extLst>
              <a:ext uri="{FF2B5EF4-FFF2-40B4-BE49-F238E27FC236}">
                <a16:creationId xmlns:a16="http://schemas.microsoft.com/office/drawing/2014/main" id="{48F95297-1826-1FEC-2A6A-A952F02DFA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82195" y="3503146"/>
            <a:ext cx="2792974" cy="361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1DEE7D-718B-5223-07E2-647D4CA4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2"/>
                </a:solidFill>
              </a:rPr>
              <a:t>Contact Information</a:t>
            </a:r>
            <a:endParaRPr lang="nb-NO" dirty="0">
              <a:solidFill>
                <a:schemeClr val="tx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C0D0FF-A0C8-6F59-BA7D-616B021A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Gian Marco Miccio</a:t>
            </a:r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Bachelor degree in Mathematical Engineering </a:t>
            </a:r>
            <a:r>
              <a:rPr lang="it-IT" sz="2400" dirty="0" err="1">
                <a:solidFill>
                  <a:schemeClr val="tx2"/>
                </a:solidFill>
              </a:rPr>
              <a:t>at</a:t>
            </a:r>
            <a:r>
              <a:rPr lang="it-IT" sz="2400" dirty="0">
                <a:solidFill>
                  <a:schemeClr val="tx2"/>
                </a:solidFill>
              </a:rPr>
              <a:t> Politecnico di Milano</a:t>
            </a:r>
          </a:p>
          <a:p>
            <a:pPr marL="0" indent="0">
              <a:buNone/>
            </a:pPr>
            <a:r>
              <a:rPr lang="it-IT" sz="2400" dirty="0" err="1">
                <a:solidFill>
                  <a:schemeClr val="tx2"/>
                </a:solidFill>
              </a:rPr>
              <a:t>Master’s</a:t>
            </a:r>
            <a:r>
              <a:rPr lang="it-IT" sz="2400" dirty="0">
                <a:solidFill>
                  <a:schemeClr val="tx2"/>
                </a:solidFill>
              </a:rPr>
              <a:t> </a:t>
            </a:r>
            <a:r>
              <a:rPr lang="it-IT" sz="2400" dirty="0" err="1">
                <a:solidFill>
                  <a:schemeClr val="tx2"/>
                </a:solidFill>
              </a:rPr>
              <a:t>degreee</a:t>
            </a:r>
            <a:r>
              <a:rPr lang="it-IT" sz="2400" dirty="0">
                <a:solidFill>
                  <a:schemeClr val="tx2"/>
                </a:solidFill>
              </a:rPr>
              <a:t> </a:t>
            </a:r>
            <a:r>
              <a:rPr lang="it-IT" sz="2400" dirty="0" err="1">
                <a:solidFill>
                  <a:schemeClr val="tx2"/>
                </a:solidFill>
              </a:rPr>
              <a:t>student</a:t>
            </a:r>
            <a:r>
              <a:rPr lang="it-IT" sz="2400" dirty="0">
                <a:solidFill>
                  <a:schemeClr val="tx2"/>
                </a:solidFill>
              </a:rPr>
              <a:t> in Mathematical Sciences </a:t>
            </a:r>
            <a:r>
              <a:rPr lang="it-IT" sz="2400" dirty="0" err="1">
                <a:solidFill>
                  <a:schemeClr val="tx2"/>
                </a:solidFill>
              </a:rPr>
              <a:t>at</a:t>
            </a:r>
            <a:r>
              <a:rPr lang="it-IT" sz="2400">
                <a:solidFill>
                  <a:schemeClr val="tx2"/>
                </a:solidFill>
              </a:rPr>
              <a:t> NTNU</a:t>
            </a:r>
            <a:endParaRPr lang="it-IT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it-IT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it-IT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email: </a:t>
            </a:r>
            <a:r>
              <a:rPr lang="it-IT" sz="2400" dirty="0">
                <a:solidFill>
                  <a:schemeClr val="tx2"/>
                </a:solidFill>
                <a:hlinkClick r:id="rId2"/>
              </a:rPr>
              <a:t>micciogianmarco01@gmail.com</a:t>
            </a:r>
            <a:endParaRPr lang="it-IT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it-IT" sz="2400" dirty="0">
                <a:solidFill>
                  <a:schemeClr val="tx2"/>
                </a:solidFill>
              </a:rPr>
              <a:t>phone </a:t>
            </a:r>
            <a:r>
              <a:rPr lang="it-IT" sz="2400" dirty="0" err="1">
                <a:solidFill>
                  <a:schemeClr val="tx2"/>
                </a:solidFill>
              </a:rPr>
              <a:t>number</a:t>
            </a:r>
            <a:r>
              <a:rPr lang="it-IT" sz="2400" dirty="0">
                <a:solidFill>
                  <a:schemeClr val="tx2"/>
                </a:solidFill>
              </a:rPr>
              <a:t>: +39 3463536382</a:t>
            </a:r>
          </a:p>
          <a:p>
            <a:pPr marL="0" indent="0">
              <a:buNone/>
            </a:pPr>
            <a:endParaRPr lang="it-IT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62689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After School  MATH LABS</vt:lpstr>
      <vt:lpstr>DESIGN PHILOSOPHY</vt:lpstr>
      <vt:lpstr>EXAMPLE LAB - PROBABILITY</vt:lpstr>
      <vt:lpstr>Combinatorics and Dice Probabilities</vt:lpstr>
      <vt:lpstr>Combinatorics and Dice Probabilities</vt:lpstr>
      <vt:lpstr>Core Concepts</vt:lpstr>
      <vt:lpstr>Other Topics</vt:lpstr>
      <vt:lpstr>Possible Modifications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 Marco Miccio</dc:creator>
  <cp:lastModifiedBy>Gian Marco Miccio</cp:lastModifiedBy>
  <cp:revision>7</cp:revision>
  <dcterms:created xsi:type="dcterms:W3CDTF">2025-06-05T11:55:11Z</dcterms:created>
  <dcterms:modified xsi:type="dcterms:W3CDTF">2025-06-07T09:48:48Z</dcterms:modified>
</cp:coreProperties>
</file>